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8279765" cy="611949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27" userDrawn="1">
          <p15:clr>
            <a:srgbClr val="A4A3A4"/>
          </p15:clr>
        </p15:guide>
        <p15:guide id="2" pos="26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1927"/>
        <p:guide pos="2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9" Type="http://schemas.openxmlformats.org/officeDocument/2006/relationships/image" Target="../media/image9.wmf"/><Relationship Id="rId8" Type="http://schemas.openxmlformats.org/officeDocument/2006/relationships/image" Target="../media/image8.wmf"/><Relationship Id="rId7" Type="http://schemas.openxmlformats.org/officeDocument/2006/relationships/image" Target="../media/image7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0" Type="http://schemas.openxmlformats.org/officeDocument/2006/relationships/image" Target="../media/image10.wmf"/><Relationship Id="rId1" Type="http://schemas.openxmlformats.org/officeDocument/2006/relationships/image" Target="../media/image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35000" y="1001584"/>
            <a:ext cx="6210000" cy="2130667"/>
          </a:xfrm>
        </p:spPr>
        <p:txBody>
          <a:bodyPr anchor="b"/>
          <a:lstStyle>
            <a:lvl1pPr algn="ctr">
              <a:defRPr sz="535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35000" y="3214417"/>
            <a:ext cx="6210000" cy="1477583"/>
          </a:xfrm>
        </p:spPr>
        <p:txBody>
          <a:bodyPr/>
          <a:lstStyle>
            <a:lvl1pPr marL="0" indent="0" algn="ctr">
              <a:buNone/>
              <a:defRPr sz="2140"/>
            </a:lvl1pPr>
            <a:lvl2pPr marL="408305" indent="0" algn="ctr">
              <a:buNone/>
              <a:defRPr sz="1785"/>
            </a:lvl2pPr>
            <a:lvl3pPr marL="815975" indent="0" algn="ctr">
              <a:buNone/>
              <a:defRPr sz="1605"/>
            </a:lvl3pPr>
            <a:lvl4pPr marL="1224280" indent="0" algn="ctr">
              <a:buNone/>
              <a:defRPr sz="1430"/>
            </a:lvl4pPr>
            <a:lvl5pPr marL="1631950" indent="0" algn="ctr">
              <a:buNone/>
              <a:defRPr sz="1430"/>
            </a:lvl5pPr>
            <a:lvl6pPr marL="2040255" indent="0" algn="ctr">
              <a:buNone/>
              <a:defRPr sz="1430"/>
            </a:lvl6pPr>
            <a:lvl7pPr marL="2447925" indent="0" algn="ctr">
              <a:buNone/>
              <a:defRPr sz="1430"/>
            </a:lvl7pPr>
            <a:lvl8pPr marL="2856230" indent="0" algn="ctr">
              <a:buNone/>
              <a:defRPr sz="1430"/>
            </a:lvl8pPr>
            <a:lvl9pPr marL="3263900" indent="0" algn="ctr">
              <a:buNone/>
              <a:defRPr sz="143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4938" y="1525750"/>
            <a:ext cx="7141500" cy="2545749"/>
          </a:xfrm>
        </p:spPr>
        <p:txBody>
          <a:bodyPr anchor="b"/>
          <a:lstStyle>
            <a:lvl1pPr>
              <a:defRPr sz="535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64938" y="4095584"/>
            <a:ext cx="7141500" cy="1338750"/>
          </a:xfrm>
        </p:spPr>
        <p:txBody>
          <a:bodyPr/>
          <a:lstStyle>
            <a:lvl1pPr marL="0" indent="0">
              <a:buNone/>
              <a:defRPr sz="2140">
                <a:solidFill>
                  <a:schemeClr val="tx1">
                    <a:tint val="75000"/>
                  </a:schemeClr>
                </a:solidFill>
              </a:defRPr>
            </a:lvl1pPr>
            <a:lvl2pPr marL="408305" indent="0">
              <a:buNone/>
              <a:defRPr sz="1785">
                <a:solidFill>
                  <a:schemeClr val="tx1">
                    <a:tint val="75000"/>
                  </a:schemeClr>
                </a:solidFill>
              </a:defRPr>
            </a:lvl2pPr>
            <a:lvl3pPr marL="815975" indent="0">
              <a:buNone/>
              <a:defRPr sz="1605">
                <a:solidFill>
                  <a:schemeClr val="tx1">
                    <a:tint val="75000"/>
                  </a:schemeClr>
                </a:solidFill>
              </a:defRPr>
            </a:lvl3pPr>
            <a:lvl4pPr marL="1224280" indent="0">
              <a:buNone/>
              <a:defRPr sz="1430">
                <a:solidFill>
                  <a:schemeClr val="tx1">
                    <a:tint val="75000"/>
                  </a:schemeClr>
                </a:solidFill>
              </a:defRPr>
            </a:lvl4pPr>
            <a:lvl5pPr marL="1631950" indent="0">
              <a:buNone/>
              <a:defRPr sz="1430">
                <a:solidFill>
                  <a:schemeClr val="tx1">
                    <a:tint val="75000"/>
                  </a:schemeClr>
                </a:solidFill>
              </a:defRPr>
            </a:lvl5pPr>
            <a:lvl6pPr marL="2040255" indent="0">
              <a:buNone/>
              <a:defRPr sz="1430">
                <a:solidFill>
                  <a:schemeClr val="tx1">
                    <a:tint val="75000"/>
                  </a:schemeClr>
                </a:solidFill>
              </a:defRPr>
            </a:lvl6pPr>
            <a:lvl7pPr marL="2447925" indent="0">
              <a:buNone/>
              <a:defRPr sz="1430">
                <a:solidFill>
                  <a:schemeClr val="tx1">
                    <a:tint val="75000"/>
                  </a:schemeClr>
                </a:solidFill>
              </a:defRPr>
            </a:lvl7pPr>
            <a:lvl8pPr marL="2856230" indent="0">
              <a:buNone/>
              <a:defRPr sz="1430">
                <a:solidFill>
                  <a:schemeClr val="tx1">
                    <a:tint val="75000"/>
                  </a:schemeClr>
                </a:solidFill>
              </a:defRPr>
            </a:lvl8pPr>
            <a:lvl9pPr marL="3263900" indent="0">
              <a:buNone/>
              <a:defRPr sz="143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9250" y="1629167"/>
            <a:ext cx="3519000" cy="38830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191750" y="1629167"/>
            <a:ext cx="3519000" cy="38830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0328" y="325833"/>
            <a:ext cx="7141500" cy="118291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0328" y="1500250"/>
            <a:ext cx="3502828" cy="735250"/>
          </a:xfrm>
        </p:spPr>
        <p:txBody>
          <a:bodyPr anchor="b"/>
          <a:lstStyle>
            <a:lvl1pPr marL="0" indent="0">
              <a:buNone/>
              <a:defRPr sz="2140" b="1"/>
            </a:lvl1pPr>
            <a:lvl2pPr marL="408305" indent="0">
              <a:buNone/>
              <a:defRPr sz="1785" b="1"/>
            </a:lvl2pPr>
            <a:lvl3pPr marL="815975" indent="0">
              <a:buNone/>
              <a:defRPr sz="1605" b="1"/>
            </a:lvl3pPr>
            <a:lvl4pPr marL="1224280" indent="0">
              <a:buNone/>
              <a:defRPr sz="1430" b="1"/>
            </a:lvl4pPr>
            <a:lvl5pPr marL="1631950" indent="0">
              <a:buNone/>
              <a:defRPr sz="1430" b="1"/>
            </a:lvl5pPr>
            <a:lvl6pPr marL="2040255" indent="0">
              <a:buNone/>
              <a:defRPr sz="1430" b="1"/>
            </a:lvl6pPr>
            <a:lvl7pPr marL="2447925" indent="0">
              <a:buNone/>
              <a:defRPr sz="1430" b="1"/>
            </a:lvl7pPr>
            <a:lvl8pPr marL="2856230" indent="0">
              <a:buNone/>
              <a:defRPr sz="1430" b="1"/>
            </a:lvl8pPr>
            <a:lvl9pPr marL="3263900" indent="0">
              <a:buNone/>
              <a:defRPr sz="143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0328" y="2235500"/>
            <a:ext cx="3502828" cy="32880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191750" y="1500250"/>
            <a:ext cx="3520078" cy="735250"/>
          </a:xfrm>
        </p:spPr>
        <p:txBody>
          <a:bodyPr anchor="b"/>
          <a:lstStyle>
            <a:lvl1pPr marL="0" indent="0">
              <a:buNone/>
              <a:defRPr sz="2140" b="1"/>
            </a:lvl1pPr>
            <a:lvl2pPr marL="408305" indent="0">
              <a:buNone/>
              <a:defRPr sz="1785" b="1"/>
            </a:lvl2pPr>
            <a:lvl3pPr marL="815975" indent="0">
              <a:buNone/>
              <a:defRPr sz="1605" b="1"/>
            </a:lvl3pPr>
            <a:lvl4pPr marL="1224280" indent="0">
              <a:buNone/>
              <a:defRPr sz="1430" b="1"/>
            </a:lvl4pPr>
            <a:lvl5pPr marL="1631950" indent="0">
              <a:buNone/>
              <a:defRPr sz="1430" b="1"/>
            </a:lvl5pPr>
            <a:lvl6pPr marL="2040255" indent="0">
              <a:buNone/>
              <a:defRPr sz="1430" b="1"/>
            </a:lvl6pPr>
            <a:lvl7pPr marL="2447925" indent="0">
              <a:buNone/>
              <a:defRPr sz="1430" b="1"/>
            </a:lvl7pPr>
            <a:lvl8pPr marL="2856230" indent="0">
              <a:buNone/>
              <a:defRPr sz="1430" b="1"/>
            </a:lvl8pPr>
            <a:lvl9pPr marL="3263900" indent="0">
              <a:buNone/>
              <a:defRPr sz="143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191750" y="2235500"/>
            <a:ext cx="3520078" cy="32880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0328" y="408000"/>
            <a:ext cx="2670515" cy="1428000"/>
          </a:xfrm>
        </p:spPr>
        <p:txBody>
          <a:bodyPr anchor="b"/>
          <a:lstStyle>
            <a:lvl1pPr>
              <a:defRPr sz="285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20078" y="881167"/>
            <a:ext cx="4191750" cy="4349167"/>
          </a:xfrm>
        </p:spPr>
        <p:txBody>
          <a:bodyPr/>
          <a:lstStyle>
            <a:lvl1pPr>
              <a:defRPr sz="2855"/>
            </a:lvl1pPr>
            <a:lvl2pPr>
              <a:defRPr sz="2500"/>
            </a:lvl2pPr>
            <a:lvl3pPr>
              <a:defRPr sz="2140"/>
            </a:lvl3pPr>
            <a:lvl4pPr>
              <a:defRPr sz="1785"/>
            </a:lvl4pPr>
            <a:lvl5pPr>
              <a:defRPr sz="1785"/>
            </a:lvl5pPr>
            <a:lvl6pPr>
              <a:defRPr sz="1785"/>
            </a:lvl6pPr>
            <a:lvl7pPr>
              <a:defRPr sz="1785"/>
            </a:lvl7pPr>
            <a:lvl8pPr>
              <a:defRPr sz="1785"/>
            </a:lvl8pPr>
            <a:lvl9pPr>
              <a:defRPr sz="178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0328" y="1836000"/>
            <a:ext cx="2670515" cy="3401417"/>
          </a:xfrm>
        </p:spPr>
        <p:txBody>
          <a:bodyPr/>
          <a:lstStyle>
            <a:lvl1pPr marL="0" indent="0">
              <a:buNone/>
              <a:defRPr sz="1430"/>
            </a:lvl1pPr>
            <a:lvl2pPr marL="408305" indent="0">
              <a:buNone/>
              <a:defRPr sz="1250"/>
            </a:lvl2pPr>
            <a:lvl3pPr marL="815975" indent="0">
              <a:buNone/>
              <a:defRPr sz="1070"/>
            </a:lvl3pPr>
            <a:lvl4pPr marL="1224280" indent="0">
              <a:buNone/>
              <a:defRPr sz="890"/>
            </a:lvl4pPr>
            <a:lvl5pPr marL="1631950" indent="0">
              <a:buNone/>
              <a:defRPr sz="890"/>
            </a:lvl5pPr>
            <a:lvl6pPr marL="2040255" indent="0">
              <a:buNone/>
              <a:defRPr sz="890"/>
            </a:lvl6pPr>
            <a:lvl7pPr marL="2447925" indent="0">
              <a:buNone/>
              <a:defRPr sz="890"/>
            </a:lvl7pPr>
            <a:lvl8pPr marL="2856230" indent="0">
              <a:buNone/>
              <a:defRPr sz="890"/>
            </a:lvl8pPr>
            <a:lvl9pPr marL="3263900" indent="0">
              <a:buNone/>
              <a:defRPr sz="89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0328" y="408000"/>
            <a:ext cx="2670515" cy="1428000"/>
          </a:xfrm>
        </p:spPr>
        <p:txBody>
          <a:bodyPr anchor="b"/>
          <a:lstStyle>
            <a:lvl1pPr>
              <a:defRPr sz="285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520078" y="881167"/>
            <a:ext cx="4191750" cy="4349167"/>
          </a:xfrm>
        </p:spPr>
        <p:txBody>
          <a:bodyPr/>
          <a:lstStyle>
            <a:lvl1pPr marL="0" indent="0">
              <a:buNone/>
              <a:defRPr sz="2855"/>
            </a:lvl1pPr>
            <a:lvl2pPr marL="408305" indent="0">
              <a:buNone/>
              <a:defRPr sz="2500"/>
            </a:lvl2pPr>
            <a:lvl3pPr marL="815975" indent="0">
              <a:buNone/>
              <a:defRPr sz="2140"/>
            </a:lvl3pPr>
            <a:lvl4pPr marL="1224280" indent="0">
              <a:buNone/>
              <a:defRPr sz="1785"/>
            </a:lvl4pPr>
            <a:lvl5pPr marL="1631950" indent="0">
              <a:buNone/>
              <a:defRPr sz="1785"/>
            </a:lvl5pPr>
            <a:lvl6pPr marL="2040255" indent="0">
              <a:buNone/>
              <a:defRPr sz="1785"/>
            </a:lvl6pPr>
            <a:lvl7pPr marL="2447925" indent="0">
              <a:buNone/>
              <a:defRPr sz="1785"/>
            </a:lvl7pPr>
            <a:lvl8pPr marL="2856230" indent="0">
              <a:buNone/>
              <a:defRPr sz="1785"/>
            </a:lvl8pPr>
            <a:lvl9pPr marL="3263900" indent="0">
              <a:buNone/>
              <a:defRPr sz="178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0328" y="1836000"/>
            <a:ext cx="2670515" cy="3401417"/>
          </a:xfrm>
        </p:spPr>
        <p:txBody>
          <a:bodyPr/>
          <a:lstStyle>
            <a:lvl1pPr marL="0" indent="0">
              <a:buNone/>
              <a:defRPr sz="1430"/>
            </a:lvl1pPr>
            <a:lvl2pPr marL="408305" indent="0">
              <a:buNone/>
              <a:defRPr sz="1250"/>
            </a:lvl2pPr>
            <a:lvl3pPr marL="815975" indent="0">
              <a:buNone/>
              <a:defRPr sz="1070"/>
            </a:lvl3pPr>
            <a:lvl4pPr marL="1224280" indent="0">
              <a:buNone/>
              <a:defRPr sz="890"/>
            </a:lvl4pPr>
            <a:lvl5pPr marL="1631950" indent="0">
              <a:buNone/>
              <a:defRPr sz="890"/>
            </a:lvl5pPr>
            <a:lvl6pPr marL="2040255" indent="0">
              <a:buNone/>
              <a:defRPr sz="890"/>
            </a:lvl6pPr>
            <a:lvl7pPr marL="2447925" indent="0">
              <a:buNone/>
              <a:defRPr sz="890"/>
            </a:lvl7pPr>
            <a:lvl8pPr marL="2856230" indent="0">
              <a:buNone/>
              <a:defRPr sz="890"/>
            </a:lvl8pPr>
            <a:lvl9pPr marL="3263900" indent="0">
              <a:buNone/>
              <a:defRPr sz="89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5925375" y="325833"/>
            <a:ext cx="1785375" cy="518641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9250" y="325833"/>
            <a:ext cx="5252625" cy="518641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69250" y="325833"/>
            <a:ext cx="7141500" cy="11829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69250" y="1629167"/>
            <a:ext cx="7141500" cy="38830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69250" y="5672333"/>
            <a:ext cx="1863000" cy="325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742750" y="5672333"/>
            <a:ext cx="2794500" cy="325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847750" y="5672333"/>
            <a:ext cx="1863000" cy="325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815975" rtl="0" eaLnBrk="1" latinLnBrk="0" hangingPunct="1">
        <a:lnSpc>
          <a:spcPct val="90000"/>
        </a:lnSpc>
        <a:spcBef>
          <a:spcPct val="0"/>
        </a:spcBef>
        <a:buNone/>
        <a:defRPr sz="39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3835" indent="-203835" algn="l" defTabSz="815975" rtl="0" eaLnBrk="1" latinLnBrk="0" hangingPunct="1">
        <a:lnSpc>
          <a:spcPct val="90000"/>
        </a:lnSpc>
        <a:spcBef>
          <a:spcPct val="179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1pPr>
      <a:lvl2pPr marL="612140" indent="-203835" algn="l" defTabSz="815975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2140" kern="1200">
          <a:solidFill>
            <a:schemeClr val="tx1"/>
          </a:solidFill>
          <a:latin typeface="+mn-lt"/>
          <a:ea typeface="+mn-ea"/>
          <a:cs typeface="+mn-cs"/>
        </a:defRPr>
      </a:lvl2pPr>
      <a:lvl3pPr marL="1019810" indent="-203835" algn="l" defTabSz="815975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785" kern="1200">
          <a:solidFill>
            <a:schemeClr val="tx1"/>
          </a:solidFill>
          <a:latin typeface="+mn-lt"/>
          <a:ea typeface="+mn-ea"/>
          <a:cs typeface="+mn-cs"/>
        </a:defRPr>
      </a:lvl3pPr>
      <a:lvl4pPr marL="1428115" indent="-203835" algn="l" defTabSz="815975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4pPr>
      <a:lvl5pPr marL="1835785" indent="-203835" algn="l" defTabSz="815975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5pPr>
      <a:lvl6pPr marL="2244090" indent="-203835" algn="l" defTabSz="815975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6pPr>
      <a:lvl7pPr marL="2651760" indent="-203835" algn="l" defTabSz="815975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7pPr>
      <a:lvl8pPr marL="3060065" indent="-203835" algn="l" defTabSz="815975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8pPr>
      <a:lvl9pPr marL="3467735" indent="-203835" algn="l" defTabSz="815975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15975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1pPr>
      <a:lvl2pPr marL="408305" algn="l" defTabSz="815975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2pPr>
      <a:lvl3pPr marL="815975" algn="l" defTabSz="815975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3pPr>
      <a:lvl4pPr marL="1224280" algn="l" defTabSz="815975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4pPr>
      <a:lvl5pPr marL="1631950" algn="l" defTabSz="815975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5pPr>
      <a:lvl6pPr marL="2040255" algn="l" defTabSz="815975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6pPr>
      <a:lvl7pPr marL="2447925" algn="l" defTabSz="815975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7pPr>
      <a:lvl8pPr marL="2856230" algn="l" defTabSz="815975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8pPr>
      <a:lvl9pPr marL="3263900" algn="l" defTabSz="815975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4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wmf"/><Relationship Id="rId3" Type="http://schemas.openxmlformats.org/officeDocument/2006/relationships/oleObject" Target="../embeddings/oleObject2.bin"/><Relationship Id="rId24" Type="http://schemas.openxmlformats.org/officeDocument/2006/relationships/vmlDrawing" Target="../drawings/vmlDrawing1.vml"/><Relationship Id="rId23" Type="http://schemas.openxmlformats.org/officeDocument/2006/relationships/slideLayout" Target="../slideLayouts/slideLayout1.xml"/><Relationship Id="rId22" Type="http://schemas.openxmlformats.org/officeDocument/2006/relationships/oleObject" Target="../embeddings/oleObject12.bin"/><Relationship Id="rId21" Type="http://schemas.openxmlformats.org/officeDocument/2006/relationships/image" Target="../media/image10.wmf"/><Relationship Id="rId20" Type="http://schemas.openxmlformats.org/officeDocument/2006/relationships/oleObject" Target="../embeddings/oleObject11.bin"/><Relationship Id="rId2" Type="http://schemas.openxmlformats.org/officeDocument/2006/relationships/image" Target="../media/image1.wmf"/><Relationship Id="rId19" Type="http://schemas.openxmlformats.org/officeDocument/2006/relationships/image" Target="../media/image9.wmf"/><Relationship Id="rId18" Type="http://schemas.openxmlformats.org/officeDocument/2006/relationships/oleObject" Target="../embeddings/oleObject10.bin"/><Relationship Id="rId17" Type="http://schemas.openxmlformats.org/officeDocument/2006/relationships/image" Target="../media/image8.wmf"/><Relationship Id="rId16" Type="http://schemas.openxmlformats.org/officeDocument/2006/relationships/oleObject" Target="../embeddings/oleObject9.bin"/><Relationship Id="rId15" Type="http://schemas.openxmlformats.org/officeDocument/2006/relationships/oleObject" Target="../embeddings/oleObject8.bin"/><Relationship Id="rId14" Type="http://schemas.openxmlformats.org/officeDocument/2006/relationships/image" Target="../media/image7.wmf"/><Relationship Id="rId13" Type="http://schemas.openxmlformats.org/officeDocument/2006/relationships/oleObject" Target="../embeddings/oleObject7.bin"/><Relationship Id="rId12" Type="http://schemas.openxmlformats.org/officeDocument/2006/relationships/image" Target="../media/image6.w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5.wmf"/><Relationship Id="rId1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6" name="组合 85"/>
          <p:cNvGrpSpPr/>
          <p:nvPr/>
        </p:nvGrpSpPr>
        <p:grpSpPr>
          <a:xfrm>
            <a:off x="10595" y="55180"/>
            <a:ext cx="8194040" cy="6017260"/>
            <a:chOff x="2419" y="410"/>
            <a:chExt cx="12904" cy="9476"/>
          </a:xfrm>
        </p:grpSpPr>
        <p:sp>
          <p:nvSpPr>
            <p:cNvPr id="72" name="矩形标注 71"/>
            <p:cNvSpPr/>
            <p:nvPr/>
          </p:nvSpPr>
          <p:spPr>
            <a:xfrm>
              <a:off x="4467" y="1319"/>
              <a:ext cx="5858" cy="888"/>
            </a:xfrm>
            <a:prstGeom prst="wedgeRectCallout">
              <a:avLst>
                <a:gd name="adj1" fmla="val -63197"/>
                <a:gd name="adj2" fmla="val 205680"/>
              </a:avLst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600">
                  <a:latin typeface="Times New Roman" panose="02020603050405020304" charset="0"/>
                  <a:cs typeface="Times New Roman" panose="02020603050405020304" charset="0"/>
                </a:rPr>
                <a:t>Channel Adjustment and Spatial Alignment</a:t>
              </a:r>
              <a:endParaRPr lang="en-US" altLang="zh-CN" sz="16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grpSp>
          <p:nvGrpSpPr>
            <p:cNvPr id="104" name="组合 103"/>
            <p:cNvGrpSpPr/>
            <p:nvPr/>
          </p:nvGrpSpPr>
          <p:grpSpPr>
            <a:xfrm>
              <a:off x="13767" y="6756"/>
              <a:ext cx="1556" cy="2929"/>
              <a:chOff x="12047" y="4811"/>
              <a:chExt cx="1556" cy="2877"/>
            </a:xfrm>
          </p:grpSpPr>
          <p:grpSp>
            <p:nvGrpSpPr>
              <p:cNvPr id="99" name="组合 98"/>
              <p:cNvGrpSpPr/>
              <p:nvPr/>
            </p:nvGrpSpPr>
            <p:grpSpPr>
              <a:xfrm>
                <a:off x="12047" y="4811"/>
                <a:ext cx="1556" cy="2877"/>
                <a:chOff x="13693" y="4821"/>
                <a:chExt cx="1556" cy="2877"/>
              </a:xfrm>
            </p:grpSpPr>
            <p:sp>
              <p:nvSpPr>
                <p:cNvPr id="84" name="圆角矩形 83"/>
                <p:cNvSpPr/>
                <p:nvPr/>
              </p:nvSpPr>
              <p:spPr>
                <a:xfrm>
                  <a:off x="13693" y="4821"/>
                  <a:ext cx="1556" cy="2877"/>
                </a:xfrm>
                <a:prstGeom prst="roundRect">
                  <a:avLst/>
                </a:prstGeom>
                <a:solidFill>
                  <a:schemeClr val="accent5">
                    <a:alpha val="58000"/>
                  </a:schemeClr>
                </a:solidFill>
                <a:ln>
                  <a:solidFill>
                    <a:schemeClr val="accent2"/>
                  </a:solidFill>
                  <a:prstDash val="sysDash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85" name="矩形 84"/>
                <p:cNvSpPr/>
                <p:nvPr/>
              </p:nvSpPr>
              <p:spPr>
                <a:xfrm>
                  <a:off x="13862" y="5411"/>
                  <a:ext cx="1159" cy="462"/>
                </a:xfrm>
                <a:prstGeom prst="rect">
                  <a:avLst/>
                </a:prstGeom>
                <a:solidFill>
                  <a:schemeClr val="accent4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 sz="1600"/>
                    <a:t>GConv</a:t>
                  </a:r>
                  <a:endParaRPr lang="en-US" altLang="zh-CN" sz="1600"/>
                </a:p>
              </p:txBody>
            </p:sp>
            <p:sp>
              <p:nvSpPr>
                <p:cNvPr id="87" name="流程图: 手动操作 86"/>
                <p:cNvSpPr/>
                <p:nvPr/>
              </p:nvSpPr>
              <p:spPr>
                <a:xfrm>
                  <a:off x="13859" y="6295"/>
                  <a:ext cx="1160" cy="412"/>
                </a:xfrm>
                <a:prstGeom prst="flowChartManualOperation">
                  <a:avLst/>
                </a:prstGeom>
                <a:solidFill>
                  <a:schemeClr val="accent4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/>
                    <a:t>T</a:t>
                  </a:r>
                  <a:endParaRPr lang="en-US" altLang="zh-CN"/>
                </a:p>
              </p:txBody>
            </p:sp>
            <p:sp>
              <p:nvSpPr>
                <p:cNvPr id="88" name="矩形 87"/>
                <p:cNvSpPr/>
                <p:nvPr/>
              </p:nvSpPr>
              <p:spPr>
                <a:xfrm>
                  <a:off x="13862" y="7074"/>
                  <a:ext cx="1159" cy="462"/>
                </a:xfrm>
                <a:prstGeom prst="rect">
                  <a:avLst/>
                </a:prstGeom>
                <a:solidFill>
                  <a:schemeClr val="accent4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/>
                    <a:t>Relu</a:t>
                  </a:r>
                  <a:endParaRPr lang="en-US" altLang="zh-CN"/>
                </a:p>
              </p:txBody>
            </p:sp>
            <p:cxnSp>
              <p:nvCxnSpPr>
                <p:cNvPr id="89" name="直接箭头连接符 88"/>
                <p:cNvCxnSpPr>
                  <a:stCxn id="85" idx="2"/>
                  <a:endCxn id="87" idx="0"/>
                </p:cNvCxnSpPr>
                <p:nvPr/>
              </p:nvCxnSpPr>
              <p:spPr>
                <a:xfrm flipH="1">
                  <a:off x="14439" y="5873"/>
                  <a:ext cx="3" cy="42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直接箭头连接符 89"/>
                <p:cNvCxnSpPr>
                  <a:stCxn id="87" idx="2"/>
                  <a:endCxn id="88" idx="0"/>
                </p:cNvCxnSpPr>
                <p:nvPr/>
              </p:nvCxnSpPr>
              <p:spPr>
                <a:xfrm>
                  <a:off x="14439" y="6707"/>
                  <a:ext cx="3" cy="367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98" name="文本框 97"/>
                <p:cNvSpPr txBox="1"/>
                <p:nvPr/>
              </p:nvSpPr>
              <p:spPr>
                <a:xfrm>
                  <a:off x="13698" y="4831"/>
                  <a:ext cx="1460" cy="52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 sz="1600"/>
                    <a:t>MSBlock</a:t>
                  </a:r>
                  <a:endParaRPr lang="en-US" altLang="zh-CN" sz="1600"/>
                </a:p>
              </p:txBody>
            </p:sp>
          </p:grpSp>
          <p:graphicFrame>
            <p:nvGraphicFramePr>
              <p:cNvPr id="102" name="对象 101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13070" y="5882"/>
              <a:ext cx="347" cy="40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3" name="" r:id="rId1" imgW="152400" imgH="177165" progId="Equation.KSEE3">
                      <p:embed/>
                    </p:oleObj>
                  </mc:Choice>
                  <mc:Fallback>
                    <p:oleObj name="" r:id="rId1" imgW="152400" imgH="177165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13070" y="5882"/>
                            <a:ext cx="347" cy="40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06" name="组合 105"/>
            <p:cNvGrpSpPr/>
            <p:nvPr/>
          </p:nvGrpSpPr>
          <p:grpSpPr>
            <a:xfrm>
              <a:off x="2419" y="410"/>
              <a:ext cx="10672" cy="9476"/>
              <a:chOff x="2419" y="410"/>
              <a:chExt cx="10672" cy="9476"/>
            </a:xfrm>
          </p:grpSpPr>
          <p:grpSp>
            <p:nvGrpSpPr>
              <p:cNvPr id="83" name="组合 82"/>
              <p:cNvGrpSpPr/>
              <p:nvPr/>
            </p:nvGrpSpPr>
            <p:grpSpPr>
              <a:xfrm>
                <a:off x="2419" y="410"/>
                <a:ext cx="10672" cy="9476"/>
                <a:chOff x="4382" y="418"/>
                <a:chExt cx="10672" cy="9476"/>
              </a:xfrm>
            </p:grpSpPr>
            <p:grpSp>
              <p:nvGrpSpPr>
                <p:cNvPr id="47" name="组合 46"/>
                <p:cNvGrpSpPr/>
                <p:nvPr/>
              </p:nvGrpSpPr>
              <p:grpSpPr>
                <a:xfrm>
                  <a:off x="4796" y="418"/>
                  <a:ext cx="8982" cy="8853"/>
                  <a:chOff x="630" y="86"/>
                  <a:chExt cx="8982" cy="8853"/>
                </a:xfrm>
              </p:grpSpPr>
              <p:sp>
                <p:nvSpPr>
                  <p:cNvPr id="6" name="立方体 5"/>
                  <p:cNvSpPr>
                    <a:spLocks noChangeAspect="1"/>
                  </p:cNvSpPr>
                  <p:nvPr/>
                </p:nvSpPr>
                <p:spPr>
                  <a:xfrm>
                    <a:off x="630" y="6162"/>
                    <a:ext cx="1422" cy="908"/>
                  </a:xfrm>
                  <a:prstGeom prst="cube">
                    <a:avLst/>
                  </a:prstGeom>
                  <a:gradFill>
                    <a:gsLst>
                      <a:gs pos="50000">
                        <a:schemeClr val="accent1"/>
                      </a:gs>
                      <a:gs pos="0">
                        <a:schemeClr val="accent1">
                          <a:lumMod val="25000"/>
                          <a:lumOff val="75000"/>
                        </a:schemeClr>
                      </a:gs>
                      <a:gs pos="100000">
                        <a:schemeClr val="accent1">
                          <a:lumMod val="85000"/>
                        </a:schemeClr>
                      </a:gs>
                    </a:gsLst>
                    <a:lin ang="5400000" scaled="1"/>
                  </a:gradFill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en-US" altLang="zh-CN"/>
                      <a:t>neck</a:t>
                    </a:r>
                    <a:endParaRPr lang="en-US" altLang="zh-CN"/>
                  </a:p>
                </p:txBody>
              </p:sp>
              <p:sp>
                <p:nvSpPr>
                  <p:cNvPr id="7" name="立方体 6"/>
                  <p:cNvSpPr>
                    <a:spLocks noChangeAspect="1"/>
                  </p:cNvSpPr>
                  <p:nvPr/>
                </p:nvSpPr>
                <p:spPr>
                  <a:xfrm>
                    <a:off x="1320" y="517"/>
                    <a:ext cx="732" cy="2528"/>
                  </a:xfrm>
                  <a:prstGeom prst="cube">
                    <a:avLst>
                      <a:gd name="adj" fmla="val 64413"/>
                    </a:avLst>
                  </a:prstGeom>
                  <a:gradFill>
                    <a:gsLst>
                      <a:gs pos="50000">
                        <a:schemeClr val="accent1"/>
                      </a:gs>
                      <a:gs pos="0">
                        <a:schemeClr val="accent1">
                          <a:lumMod val="25000"/>
                          <a:lumOff val="75000"/>
                        </a:schemeClr>
                      </a:gs>
                      <a:gs pos="100000">
                        <a:schemeClr val="accent1">
                          <a:lumMod val="85000"/>
                        </a:schemeClr>
                      </a:gs>
                    </a:gsLst>
                    <a:lin ang="5400000" scaled="1"/>
                  </a:gradFill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" name="椭圆 8"/>
                  <p:cNvSpPr/>
                  <p:nvPr/>
                </p:nvSpPr>
                <p:spPr>
                  <a:xfrm>
                    <a:off x="2263" y="5138"/>
                    <a:ext cx="824" cy="822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en-US" altLang="zh-CN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C</a:t>
                    </a:r>
                    <a:endParaRPr lang="en-US" altLang="zh-CN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cxnSp>
                <p:nvCxnSpPr>
                  <p:cNvPr id="11" name="肘形连接符 10"/>
                  <p:cNvCxnSpPr>
                    <a:stCxn id="6" idx="5"/>
                    <a:endCxn id="9" idx="4"/>
                  </p:cNvCxnSpPr>
                  <p:nvPr/>
                </p:nvCxnSpPr>
                <p:spPr>
                  <a:xfrm flipV="1">
                    <a:off x="2052" y="5960"/>
                    <a:ext cx="623" cy="543"/>
                  </a:xfrm>
                  <a:prstGeom prst="bentConnector2">
                    <a:avLst/>
                  </a:prstGeom>
                  <a:ln>
                    <a:solidFill>
                      <a:schemeClr val="tx1"/>
                    </a:solidFill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" name="直接箭头连接符 2"/>
                  <p:cNvCxnSpPr>
                    <a:stCxn id="9" idx="6"/>
                    <a:endCxn id="2" idx="2"/>
                  </p:cNvCxnSpPr>
                  <p:nvPr/>
                </p:nvCxnSpPr>
                <p:spPr>
                  <a:xfrm>
                    <a:off x="3087" y="5549"/>
                    <a:ext cx="2237" cy="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" name="立方体 1"/>
                  <p:cNvSpPr/>
                  <p:nvPr/>
                </p:nvSpPr>
                <p:spPr>
                  <a:xfrm>
                    <a:off x="5324" y="5138"/>
                    <a:ext cx="1504" cy="822"/>
                  </a:xfrm>
                  <a:prstGeom prst="cube">
                    <a:avLst>
                      <a:gd name="adj" fmla="val 0"/>
                    </a:avLst>
                  </a:prstGeom>
                  <a:solidFill>
                    <a:schemeClr val="accent5"/>
                  </a:solidFill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en-US" altLang="zh-CN"/>
                      <a:t>FEB</a:t>
                    </a:r>
                    <a:r>
                      <a:rPr lang="en-US" altLang="zh-CN"/>
                      <a:t>lock</a:t>
                    </a:r>
                    <a:endParaRPr lang="en-US" altLang="zh-CN"/>
                  </a:p>
                </p:txBody>
              </p:sp>
              <p:sp>
                <p:nvSpPr>
                  <p:cNvPr id="4" name="立方体 3"/>
                  <p:cNvSpPr/>
                  <p:nvPr/>
                </p:nvSpPr>
                <p:spPr>
                  <a:xfrm>
                    <a:off x="8122" y="4104"/>
                    <a:ext cx="1314" cy="560"/>
                  </a:xfrm>
                  <a:prstGeom prst="cube">
                    <a:avLst>
                      <a:gd name="adj" fmla="val 0"/>
                    </a:avLst>
                  </a:prstGeom>
                  <a:solidFill>
                    <a:schemeClr val="accent5"/>
                  </a:solidFill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en-US" altLang="zh-CN" sz="1400"/>
                      <a:t>MS</a:t>
                    </a:r>
                    <a:r>
                      <a:rPr lang="en-US" altLang="zh-CN" sz="1400"/>
                      <a:t>Block</a:t>
                    </a:r>
                    <a:endParaRPr lang="en-US" altLang="zh-CN" sz="1400"/>
                  </a:p>
                </p:txBody>
              </p:sp>
              <p:sp>
                <p:nvSpPr>
                  <p:cNvPr id="5" name="立方体 4"/>
                  <p:cNvSpPr>
                    <a:spLocks noChangeAspect="1"/>
                  </p:cNvSpPr>
                  <p:nvPr/>
                </p:nvSpPr>
                <p:spPr>
                  <a:xfrm>
                    <a:off x="630" y="3930"/>
                    <a:ext cx="1422" cy="908"/>
                  </a:xfrm>
                  <a:prstGeom prst="cube">
                    <a:avLst/>
                  </a:prstGeom>
                  <a:gradFill>
                    <a:gsLst>
                      <a:gs pos="50000">
                        <a:schemeClr val="accent1"/>
                      </a:gs>
                      <a:gs pos="0">
                        <a:schemeClr val="accent1">
                          <a:lumMod val="25000"/>
                          <a:lumOff val="75000"/>
                        </a:schemeClr>
                      </a:gs>
                      <a:gs pos="100000">
                        <a:schemeClr val="accent1">
                          <a:lumMod val="85000"/>
                        </a:schemeClr>
                      </a:gs>
                    </a:gsLst>
                    <a:lin ang="5400000" scaled="1"/>
                  </a:gradFill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en-US" altLang="zh-CN"/>
                      <a:t>skip</a:t>
                    </a:r>
                    <a:endParaRPr lang="en-US" altLang="zh-CN"/>
                  </a:p>
                </p:txBody>
              </p:sp>
              <p:cxnSp>
                <p:nvCxnSpPr>
                  <p:cNvPr id="8" name="直接箭头连接符 7"/>
                  <p:cNvCxnSpPr>
                    <a:stCxn id="7" idx="3"/>
                    <a:endCxn id="5" idx="0"/>
                  </p:cNvCxnSpPr>
                  <p:nvPr/>
                </p:nvCxnSpPr>
                <p:spPr>
                  <a:xfrm>
                    <a:off x="1450" y="3045"/>
                    <a:ext cx="5" cy="885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" name="肘形连接符 11"/>
                  <p:cNvCxnSpPr>
                    <a:stCxn id="5" idx="5"/>
                    <a:endCxn id="9" idx="0"/>
                  </p:cNvCxnSpPr>
                  <p:nvPr/>
                </p:nvCxnSpPr>
                <p:spPr>
                  <a:xfrm>
                    <a:off x="2052" y="4271"/>
                    <a:ext cx="623" cy="867"/>
                  </a:xfrm>
                  <a:prstGeom prst="bentConnector2">
                    <a:avLst/>
                  </a:prstGeom>
                  <a:ln>
                    <a:solidFill>
                      <a:schemeClr val="tx1"/>
                    </a:solidFill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2" name="组合 21"/>
                  <p:cNvGrpSpPr/>
                  <p:nvPr/>
                </p:nvGrpSpPr>
                <p:grpSpPr>
                  <a:xfrm>
                    <a:off x="3596" y="6621"/>
                    <a:ext cx="4178" cy="1246"/>
                    <a:chOff x="2339" y="6621"/>
                    <a:chExt cx="4178" cy="1246"/>
                  </a:xfrm>
                </p:grpSpPr>
                <p:sp>
                  <p:nvSpPr>
                    <p:cNvPr id="14" name="立方体 13"/>
                    <p:cNvSpPr/>
                    <p:nvPr/>
                  </p:nvSpPr>
                  <p:spPr>
                    <a:xfrm>
                      <a:off x="6123" y="6621"/>
                      <a:ext cx="394" cy="1247"/>
                    </a:xfrm>
                    <a:prstGeom prst="cube">
                      <a:avLst>
                        <a:gd name="adj" fmla="val 0"/>
                      </a:avLst>
                    </a:prstGeom>
                    <a:gradFill>
                      <a:gsLst>
                        <a:gs pos="50000">
                          <a:schemeClr val="accent2"/>
                        </a:gs>
                        <a:gs pos="0">
                          <a:schemeClr val="accent2">
                            <a:lumMod val="25000"/>
                            <a:lumOff val="75000"/>
                          </a:schemeClr>
                        </a:gs>
                        <a:gs pos="100000">
                          <a:schemeClr val="accent2">
                            <a:lumMod val="85000"/>
                          </a:schemeClr>
                        </a:gs>
                      </a:gsLst>
                      <a:lin ang="5400000" scaled="1"/>
                    </a:gradFill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vert="eaVert" rtlCol="0" anchor="ctr"/>
                    <a:p>
                      <a:pPr algn="ctr"/>
                      <a:r>
                        <a:rPr lang="en-US" altLang="zh-CN" sz="1600"/>
                        <a:t>Sigmoid</a:t>
                      </a:r>
                      <a:endParaRPr lang="en-US" altLang="zh-CN" sz="1600"/>
                    </a:p>
                  </p:txBody>
                </p:sp>
                <p:sp>
                  <p:nvSpPr>
                    <p:cNvPr id="13" name="立方体 12"/>
                    <p:cNvSpPr/>
                    <p:nvPr/>
                  </p:nvSpPr>
                  <p:spPr>
                    <a:xfrm>
                      <a:off x="5177" y="6621"/>
                      <a:ext cx="394" cy="1247"/>
                    </a:xfrm>
                    <a:prstGeom prst="cube">
                      <a:avLst>
                        <a:gd name="adj" fmla="val 0"/>
                      </a:avLst>
                    </a:prstGeom>
                    <a:gradFill>
                      <a:gsLst>
                        <a:gs pos="50000">
                          <a:schemeClr val="accent4"/>
                        </a:gs>
                        <a:gs pos="0">
                          <a:schemeClr val="accent4">
                            <a:lumMod val="25000"/>
                            <a:lumOff val="75000"/>
                          </a:schemeClr>
                        </a:gs>
                        <a:gs pos="100000">
                          <a:schemeClr val="accent4">
                            <a:lumMod val="85000"/>
                          </a:schemeClr>
                        </a:gs>
                      </a:gsLst>
                      <a:lin ang="5400000" scaled="1"/>
                    </a:gradFill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vert="eaVert" rtlCol="0" anchor="ctr"/>
                    <a:p>
                      <a:pPr algn="ctr"/>
                      <a:r>
                        <a:rPr lang="en-US" altLang="zh-CN"/>
                        <a:t>Conv</a:t>
                      </a:r>
                      <a:endParaRPr lang="en-US" altLang="zh-CN"/>
                    </a:p>
                  </p:txBody>
                </p:sp>
                <p:sp>
                  <p:nvSpPr>
                    <p:cNvPr id="15" name="立方体 14"/>
                    <p:cNvSpPr/>
                    <p:nvPr/>
                  </p:nvSpPr>
                  <p:spPr>
                    <a:xfrm>
                      <a:off x="4231" y="6621"/>
                      <a:ext cx="394" cy="1247"/>
                    </a:xfrm>
                    <a:prstGeom prst="cube">
                      <a:avLst>
                        <a:gd name="adj" fmla="val 0"/>
                      </a:avLst>
                    </a:prstGeom>
                    <a:gradFill>
                      <a:gsLst>
                        <a:gs pos="50000">
                          <a:schemeClr val="accent3"/>
                        </a:gs>
                        <a:gs pos="0">
                          <a:schemeClr val="accent3">
                            <a:lumMod val="25000"/>
                            <a:lumOff val="75000"/>
                          </a:schemeClr>
                        </a:gs>
                        <a:gs pos="100000">
                          <a:schemeClr val="accent3">
                            <a:lumMod val="85000"/>
                          </a:schemeClr>
                        </a:gs>
                      </a:gsLst>
                      <a:lin ang="5400000" scaled="1"/>
                    </a:gradFill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vert="eaVert" rtlCol="0" anchor="ctr"/>
                    <a:p>
                      <a:pPr algn="ctr"/>
                      <a:r>
                        <a:rPr lang="en-US" altLang="zh-CN"/>
                        <a:t>Relu</a:t>
                      </a:r>
                      <a:endParaRPr lang="en-US" altLang="zh-CN"/>
                    </a:p>
                  </p:txBody>
                </p:sp>
                <p:sp>
                  <p:nvSpPr>
                    <p:cNvPr id="16" name="立方体 15"/>
                    <p:cNvSpPr/>
                    <p:nvPr/>
                  </p:nvSpPr>
                  <p:spPr>
                    <a:xfrm>
                      <a:off x="3285" y="6621"/>
                      <a:ext cx="394" cy="1247"/>
                    </a:xfrm>
                    <a:prstGeom prst="cube">
                      <a:avLst>
                        <a:gd name="adj" fmla="val 0"/>
                      </a:avLst>
                    </a:prstGeom>
                    <a:gradFill>
                      <a:gsLst>
                        <a:gs pos="50000">
                          <a:schemeClr val="accent4"/>
                        </a:gs>
                        <a:gs pos="0">
                          <a:schemeClr val="accent4">
                            <a:lumMod val="25000"/>
                            <a:lumOff val="75000"/>
                          </a:schemeClr>
                        </a:gs>
                        <a:gs pos="100000">
                          <a:schemeClr val="accent4">
                            <a:lumMod val="85000"/>
                          </a:schemeClr>
                        </a:gs>
                      </a:gsLst>
                      <a:lin ang="5400000" scaled="1"/>
                    </a:gradFill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vert="eaVert" rtlCol="0" anchor="ctr"/>
                    <a:p>
                      <a:pPr algn="ctr"/>
                      <a:r>
                        <a:rPr lang="en-US" altLang="zh-CN"/>
                        <a:t>Conv</a:t>
                      </a:r>
                      <a:endParaRPr lang="en-US" altLang="zh-CN"/>
                    </a:p>
                  </p:txBody>
                </p:sp>
                <p:sp>
                  <p:nvSpPr>
                    <p:cNvPr id="21" name="立方体 20"/>
                    <p:cNvSpPr/>
                    <p:nvPr/>
                  </p:nvSpPr>
                  <p:spPr>
                    <a:xfrm>
                      <a:off x="2339" y="6621"/>
                      <a:ext cx="394" cy="1247"/>
                    </a:xfrm>
                    <a:prstGeom prst="cube">
                      <a:avLst>
                        <a:gd name="adj" fmla="val 0"/>
                      </a:avLst>
                    </a:prstGeom>
                    <a:gradFill>
                      <a:gsLst>
                        <a:gs pos="50000">
                          <a:schemeClr val="accent6"/>
                        </a:gs>
                        <a:gs pos="0">
                          <a:schemeClr val="accent6">
                            <a:lumMod val="25000"/>
                            <a:lumOff val="75000"/>
                          </a:schemeClr>
                        </a:gs>
                        <a:gs pos="100000">
                          <a:schemeClr val="accent6">
                            <a:lumMod val="85000"/>
                          </a:schemeClr>
                        </a:gs>
                      </a:gsLst>
                      <a:lin ang="5400000" scaled="1"/>
                    </a:gradFill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vert="eaVert" rtlCol="0" anchor="ctr"/>
                    <a:p>
                      <a:pPr algn="ctr"/>
                      <a:r>
                        <a:rPr lang="en-US" altLang="zh-CN"/>
                        <a:t>GAP</a:t>
                      </a:r>
                      <a:endParaRPr lang="en-US" altLang="zh-CN"/>
                    </a:p>
                  </p:txBody>
                </p:sp>
              </p:grpSp>
              <p:cxnSp>
                <p:nvCxnSpPr>
                  <p:cNvPr id="24" name="肘形连接符 23"/>
                  <p:cNvCxnSpPr>
                    <a:stCxn id="6" idx="3"/>
                  </p:cNvCxnSpPr>
                  <p:nvPr/>
                </p:nvCxnSpPr>
                <p:spPr>
                  <a:xfrm rot="5400000" flipV="1">
                    <a:off x="2325" y="5973"/>
                    <a:ext cx="175" cy="2368"/>
                  </a:xfrm>
                  <a:prstGeom prst="bentConnector2">
                    <a:avLst/>
                  </a:prstGeom>
                  <a:ln>
                    <a:solidFill>
                      <a:schemeClr val="tx1"/>
                    </a:solidFill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" name="肘形连接符 24"/>
                  <p:cNvCxnSpPr>
                    <a:stCxn id="5" idx="2"/>
                  </p:cNvCxnSpPr>
                  <p:nvPr/>
                </p:nvCxnSpPr>
                <p:spPr>
                  <a:xfrm rot="10800000" flipH="1" flipV="1">
                    <a:off x="630" y="4497"/>
                    <a:ext cx="3912" cy="4441"/>
                  </a:xfrm>
                  <a:prstGeom prst="bentConnector3">
                    <a:avLst>
                      <a:gd name="adj1" fmla="val -9586"/>
                    </a:avLst>
                  </a:prstGeom>
                  <a:ln>
                    <a:solidFill>
                      <a:schemeClr val="tx1"/>
                    </a:solidFill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6" name="流程图: 汇总连接 25"/>
                  <p:cNvSpPr/>
                  <p:nvPr/>
                </p:nvSpPr>
                <p:spPr>
                  <a:xfrm>
                    <a:off x="8368" y="5138"/>
                    <a:ext cx="822" cy="822"/>
                  </a:xfrm>
                  <a:prstGeom prst="flowChartSummingJunction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28" name="肘形连接符 27"/>
                  <p:cNvCxnSpPr>
                    <a:stCxn id="14" idx="4"/>
                    <a:endCxn id="26" idx="4"/>
                  </p:cNvCxnSpPr>
                  <p:nvPr/>
                </p:nvCxnSpPr>
                <p:spPr>
                  <a:xfrm flipV="1">
                    <a:off x="7774" y="5960"/>
                    <a:ext cx="1005" cy="1285"/>
                  </a:xfrm>
                  <a:prstGeom prst="bentConnector2">
                    <a:avLst/>
                  </a:prstGeom>
                  <a:ln>
                    <a:solidFill>
                      <a:schemeClr val="tx1"/>
                    </a:solidFill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" name="肘形连接符 28"/>
                  <p:cNvCxnSpPr>
                    <a:stCxn id="17" idx="4"/>
                    <a:endCxn id="26" idx="4"/>
                  </p:cNvCxnSpPr>
                  <p:nvPr/>
                </p:nvCxnSpPr>
                <p:spPr>
                  <a:xfrm flipV="1">
                    <a:off x="7774" y="5960"/>
                    <a:ext cx="1005" cy="2979"/>
                  </a:xfrm>
                  <a:prstGeom prst="bentConnector2">
                    <a:avLst/>
                  </a:prstGeom>
                  <a:ln>
                    <a:solidFill>
                      <a:schemeClr val="tx1"/>
                    </a:solidFill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" name="直接箭头连接符 29"/>
                  <p:cNvCxnSpPr>
                    <a:stCxn id="2" idx="4"/>
                    <a:endCxn id="26" idx="2"/>
                  </p:cNvCxnSpPr>
                  <p:nvPr/>
                </p:nvCxnSpPr>
                <p:spPr>
                  <a:xfrm>
                    <a:off x="6828" y="5549"/>
                    <a:ext cx="1540" cy="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1" name="立方体 30"/>
                  <p:cNvSpPr/>
                  <p:nvPr/>
                </p:nvSpPr>
                <p:spPr>
                  <a:xfrm>
                    <a:off x="5324" y="2515"/>
                    <a:ext cx="394" cy="1247"/>
                  </a:xfrm>
                  <a:prstGeom prst="cube">
                    <a:avLst>
                      <a:gd name="adj" fmla="val 0"/>
                    </a:avLst>
                  </a:prstGeom>
                  <a:solidFill>
                    <a:schemeClr val="accent5"/>
                  </a:solidFill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vert="eaVert" rtlCol="0" anchor="ctr"/>
                  <a:p>
                    <a:pPr algn="ctr"/>
                    <a:r>
                      <a:rPr lang="en-US" altLang="zh-CN" sz="1400"/>
                      <a:t>ResBlock</a:t>
                    </a:r>
                    <a:endParaRPr lang="en-US" altLang="zh-CN" sz="1400"/>
                  </a:p>
                </p:txBody>
              </p:sp>
              <p:cxnSp>
                <p:nvCxnSpPr>
                  <p:cNvPr id="32" name="肘形连接符 31"/>
                  <p:cNvCxnSpPr>
                    <a:stCxn id="9" idx="6"/>
                    <a:endCxn id="31" idx="2"/>
                  </p:cNvCxnSpPr>
                  <p:nvPr/>
                </p:nvCxnSpPr>
                <p:spPr>
                  <a:xfrm flipV="1">
                    <a:off x="3087" y="3139"/>
                    <a:ext cx="2237" cy="2410"/>
                  </a:xfrm>
                  <a:prstGeom prst="bentConnector3">
                    <a:avLst>
                      <a:gd name="adj1" fmla="val 50022"/>
                    </a:avLst>
                  </a:prstGeom>
                  <a:ln>
                    <a:solidFill>
                      <a:schemeClr val="tx1"/>
                    </a:solidFill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" name="直接箭头连接符 32"/>
                  <p:cNvCxnSpPr>
                    <a:stCxn id="26" idx="0"/>
                    <a:endCxn id="4" idx="3"/>
                  </p:cNvCxnSpPr>
                  <p:nvPr/>
                </p:nvCxnSpPr>
                <p:spPr>
                  <a:xfrm flipV="1">
                    <a:off x="8779" y="4664"/>
                    <a:ext cx="0" cy="474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" name="直接箭头连接符 33"/>
                  <p:cNvCxnSpPr>
                    <a:stCxn id="21" idx="4"/>
                    <a:endCxn id="16" idx="2"/>
                  </p:cNvCxnSpPr>
                  <p:nvPr/>
                </p:nvCxnSpPr>
                <p:spPr>
                  <a:xfrm>
                    <a:off x="3990" y="7245"/>
                    <a:ext cx="552" cy="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" name="直接箭头连接符 34"/>
                  <p:cNvCxnSpPr>
                    <a:stCxn id="15" idx="4"/>
                    <a:endCxn id="13" idx="2"/>
                  </p:cNvCxnSpPr>
                  <p:nvPr/>
                </p:nvCxnSpPr>
                <p:spPr>
                  <a:xfrm>
                    <a:off x="5882" y="7245"/>
                    <a:ext cx="552" cy="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" name="直接箭头连接符 35"/>
                  <p:cNvCxnSpPr>
                    <a:stCxn id="16" idx="4"/>
                    <a:endCxn id="15" idx="2"/>
                  </p:cNvCxnSpPr>
                  <p:nvPr/>
                </p:nvCxnSpPr>
                <p:spPr>
                  <a:xfrm>
                    <a:off x="4936" y="7245"/>
                    <a:ext cx="552" cy="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" name="直接箭头连接符 36"/>
                  <p:cNvCxnSpPr>
                    <a:stCxn id="13" idx="4"/>
                    <a:endCxn id="14" idx="2"/>
                  </p:cNvCxnSpPr>
                  <p:nvPr/>
                </p:nvCxnSpPr>
                <p:spPr>
                  <a:xfrm>
                    <a:off x="6828" y="7245"/>
                    <a:ext cx="552" cy="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直接箭头连接符 37"/>
                  <p:cNvCxnSpPr>
                    <a:stCxn id="20" idx="4"/>
                    <a:endCxn id="19" idx="2"/>
                  </p:cNvCxnSpPr>
                  <p:nvPr/>
                </p:nvCxnSpPr>
                <p:spPr>
                  <a:xfrm>
                    <a:off x="4936" y="8939"/>
                    <a:ext cx="552" cy="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" name="直接箭头连接符 38"/>
                  <p:cNvCxnSpPr>
                    <a:stCxn id="18" idx="4"/>
                    <a:endCxn id="17" idx="2"/>
                  </p:cNvCxnSpPr>
                  <p:nvPr/>
                </p:nvCxnSpPr>
                <p:spPr>
                  <a:xfrm>
                    <a:off x="6828" y="8939"/>
                    <a:ext cx="552" cy="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" name="直接箭头连接符 39"/>
                  <p:cNvCxnSpPr>
                    <a:stCxn id="19" idx="4"/>
                    <a:endCxn id="18" idx="2"/>
                  </p:cNvCxnSpPr>
                  <p:nvPr/>
                </p:nvCxnSpPr>
                <p:spPr>
                  <a:xfrm>
                    <a:off x="5882" y="8939"/>
                    <a:ext cx="552" cy="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" name="直接箭头连接符 42"/>
                  <p:cNvCxnSpPr>
                    <a:stCxn id="4" idx="0"/>
                    <a:endCxn id="45" idx="4"/>
                  </p:cNvCxnSpPr>
                  <p:nvPr/>
                </p:nvCxnSpPr>
                <p:spPr>
                  <a:xfrm flipV="1">
                    <a:off x="8779" y="3549"/>
                    <a:ext cx="0" cy="555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4" name="立方体 43"/>
                  <p:cNvSpPr>
                    <a:spLocks noChangeAspect="1"/>
                  </p:cNvSpPr>
                  <p:nvPr/>
                </p:nvSpPr>
                <p:spPr>
                  <a:xfrm>
                    <a:off x="8190" y="86"/>
                    <a:ext cx="1422" cy="908"/>
                  </a:xfrm>
                  <a:prstGeom prst="cube">
                    <a:avLst/>
                  </a:prstGeom>
                  <a:gradFill>
                    <a:gsLst>
                      <a:gs pos="50000">
                        <a:schemeClr val="accent1"/>
                      </a:gs>
                      <a:gs pos="0">
                        <a:schemeClr val="accent1">
                          <a:lumMod val="25000"/>
                          <a:lumOff val="75000"/>
                        </a:schemeClr>
                      </a:gs>
                      <a:gs pos="100000">
                        <a:schemeClr val="accent1">
                          <a:lumMod val="85000"/>
                        </a:schemeClr>
                      </a:gs>
                    </a:gsLst>
                    <a:lin ang="5400000" scaled="1"/>
                  </a:gradFill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en-US" altLang="zh-CN"/>
                      <a:t>OUT</a:t>
                    </a:r>
                    <a:endParaRPr lang="en-US" altLang="zh-CN"/>
                  </a:p>
                </p:txBody>
              </p:sp>
              <p:sp>
                <p:nvSpPr>
                  <p:cNvPr id="45" name="流程图: 或者 44"/>
                  <p:cNvSpPr/>
                  <p:nvPr/>
                </p:nvSpPr>
                <p:spPr>
                  <a:xfrm>
                    <a:off x="8368" y="2727"/>
                    <a:ext cx="822" cy="822"/>
                  </a:xfrm>
                  <a:prstGeom prst="flowChartOr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46" name="直接箭头连接符 45"/>
                  <p:cNvCxnSpPr>
                    <a:stCxn id="45" idx="0"/>
                    <a:endCxn id="105" idx="2"/>
                  </p:cNvCxnSpPr>
                  <p:nvPr/>
                </p:nvCxnSpPr>
                <p:spPr>
                  <a:xfrm flipV="1">
                    <a:off x="8779" y="2302"/>
                    <a:ext cx="5" cy="425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0" name="流程图: 汇总连接 9"/>
                <p:cNvSpPr/>
                <p:nvPr/>
              </p:nvSpPr>
              <p:spPr>
                <a:xfrm>
                  <a:off x="10994" y="3224"/>
                  <a:ext cx="470" cy="470"/>
                </a:xfrm>
                <a:prstGeom prst="flowChartSummingJunction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7" name="文本框 26"/>
                <p:cNvSpPr txBox="1"/>
                <p:nvPr/>
              </p:nvSpPr>
              <p:spPr>
                <a:xfrm>
                  <a:off x="10818" y="2195"/>
                  <a:ext cx="821" cy="580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:r>
                    <a:rPr lang="zh-CN" altLang="en-US">
                      <a:latin typeface="Arial" panose="020B0604020202020204" pitchFamily="34" charset="0"/>
                      <a:cs typeface="Arial" panose="020B0604020202020204" pitchFamily="34" charset="0"/>
                    </a:rPr>
                    <a:t>α</a:t>
                  </a:r>
                  <a:r>
                    <a:rPr lang="en-US" altLang="zh-CN" baseline="-25000">
                      <a:latin typeface="Arial" panose="020B0604020202020204" pitchFamily="34" charset="0"/>
                      <a:cs typeface="Arial" panose="020B0604020202020204" pitchFamily="34" charset="0"/>
                    </a:rPr>
                    <a:t>res</a:t>
                  </a:r>
                  <a:endParaRPr lang="en-US" altLang="zh-CN" baseline="-250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41" name="直接箭头连接符 40"/>
                <p:cNvCxnSpPr>
                  <a:stCxn id="27" idx="2"/>
                  <a:endCxn id="10" idx="0"/>
                </p:cNvCxnSpPr>
                <p:nvPr/>
              </p:nvCxnSpPr>
              <p:spPr>
                <a:xfrm>
                  <a:off x="11229" y="2775"/>
                  <a:ext cx="0" cy="449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直接箭头连接符 47"/>
                <p:cNvCxnSpPr>
                  <a:stCxn id="10" idx="6"/>
                  <a:endCxn id="45" idx="2"/>
                </p:cNvCxnSpPr>
                <p:nvPr/>
              </p:nvCxnSpPr>
              <p:spPr>
                <a:xfrm>
                  <a:off x="11464" y="3459"/>
                  <a:ext cx="1070" cy="11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直接箭头连接符 50"/>
                <p:cNvCxnSpPr>
                  <a:stCxn id="100" idx="2"/>
                  <a:endCxn id="44" idx="3"/>
                </p:cNvCxnSpPr>
                <p:nvPr/>
              </p:nvCxnSpPr>
              <p:spPr>
                <a:xfrm flipV="1">
                  <a:off x="12936" y="1326"/>
                  <a:ext cx="18" cy="888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直接箭头连接符 51"/>
                <p:cNvCxnSpPr>
                  <a:stCxn id="31" idx="4"/>
                  <a:endCxn id="10" idx="2"/>
                </p:cNvCxnSpPr>
                <p:nvPr/>
              </p:nvCxnSpPr>
              <p:spPr>
                <a:xfrm flipV="1">
                  <a:off x="9884" y="3459"/>
                  <a:ext cx="1110" cy="1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53" name="立方体 52"/>
                <p:cNvSpPr/>
                <p:nvPr/>
              </p:nvSpPr>
              <p:spPr>
                <a:xfrm>
                  <a:off x="11546" y="8647"/>
                  <a:ext cx="394" cy="1247"/>
                </a:xfrm>
                <a:prstGeom prst="cube">
                  <a:avLst>
                    <a:gd name="adj" fmla="val 0"/>
                  </a:avLst>
                </a:prstGeom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="eaVert" rtlCol="0" anchor="ctr"/>
                <a:p>
                  <a:pPr algn="ctr"/>
                  <a:r>
                    <a:rPr lang="en-US" altLang="zh-CN" sz="1600"/>
                    <a:t>Sigmoid</a:t>
                  </a:r>
                  <a:endParaRPr lang="en-US" altLang="zh-CN" sz="1600"/>
                </a:p>
              </p:txBody>
            </p:sp>
            <p:sp>
              <p:nvSpPr>
                <p:cNvPr id="54" name="立方体 53"/>
                <p:cNvSpPr/>
                <p:nvPr/>
              </p:nvSpPr>
              <p:spPr>
                <a:xfrm>
                  <a:off x="8708" y="8647"/>
                  <a:ext cx="394" cy="1247"/>
                </a:xfrm>
                <a:prstGeom prst="cube">
                  <a:avLst>
                    <a:gd name="adj" fmla="val 0"/>
                  </a:avLst>
                </a:prstGeom>
                <a:gradFill>
                  <a:gsLst>
                    <a:gs pos="50000">
                      <a:schemeClr val="accent4"/>
                    </a:gs>
                    <a:gs pos="0">
                      <a:schemeClr val="accent4">
                        <a:lumMod val="25000"/>
                        <a:lumOff val="75000"/>
                      </a:schemeClr>
                    </a:gs>
                    <a:gs pos="100000">
                      <a:schemeClr val="accent4">
                        <a:lumMod val="85000"/>
                      </a:schemeClr>
                    </a:gs>
                  </a:gsLst>
                  <a:lin ang="5400000" scaled="1"/>
                </a:gra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="eaVert" rtlCol="0" anchor="ctr"/>
                <a:p>
                  <a:pPr algn="ctr"/>
                  <a:r>
                    <a:rPr lang="en-US" altLang="zh-CN"/>
                    <a:t>Conv</a:t>
                  </a:r>
                  <a:endParaRPr lang="en-US" altLang="zh-CN"/>
                </a:p>
              </p:txBody>
            </p:sp>
            <p:sp>
              <p:nvSpPr>
                <p:cNvPr id="55" name="立方体 54"/>
                <p:cNvSpPr/>
                <p:nvPr/>
              </p:nvSpPr>
              <p:spPr>
                <a:xfrm>
                  <a:off x="10606" y="8647"/>
                  <a:ext cx="394" cy="1247"/>
                </a:xfrm>
                <a:prstGeom prst="cube">
                  <a:avLst>
                    <a:gd name="adj" fmla="val 0"/>
                  </a:avLst>
                </a:prstGeom>
                <a:gradFill>
                  <a:gsLst>
                    <a:gs pos="50000">
                      <a:schemeClr val="accent4"/>
                    </a:gs>
                    <a:gs pos="0">
                      <a:schemeClr val="accent4">
                        <a:lumMod val="25000"/>
                        <a:lumOff val="75000"/>
                      </a:schemeClr>
                    </a:gs>
                    <a:gs pos="100000">
                      <a:schemeClr val="accent4">
                        <a:lumMod val="85000"/>
                      </a:schemeClr>
                    </a:gs>
                  </a:gsLst>
                  <a:lin ang="5400000" scaled="1"/>
                </a:gra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="eaVert" rtlCol="0" anchor="ctr"/>
                <a:p>
                  <a:pPr algn="ctr"/>
                  <a:r>
                    <a:rPr lang="en-US" altLang="zh-CN"/>
                    <a:t>Conv</a:t>
                  </a:r>
                  <a:endParaRPr lang="en-US" altLang="zh-CN"/>
                </a:p>
              </p:txBody>
            </p:sp>
            <p:sp>
              <p:nvSpPr>
                <p:cNvPr id="56" name="立方体 55"/>
                <p:cNvSpPr/>
                <p:nvPr/>
              </p:nvSpPr>
              <p:spPr>
                <a:xfrm>
                  <a:off x="9654" y="8647"/>
                  <a:ext cx="394" cy="1247"/>
                </a:xfrm>
                <a:prstGeom prst="cube">
                  <a:avLst>
                    <a:gd name="adj" fmla="val 0"/>
                  </a:avLst>
                </a:prstGeom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="eaVert" rtlCol="0" anchor="ctr"/>
                <a:p>
                  <a:pPr algn="ctr"/>
                  <a:r>
                    <a:rPr lang="en-US" altLang="zh-CN"/>
                    <a:t>Relu</a:t>
                  </a:r>
                  <a:endParaRPr lang="en-US" altLang="zh-CN"/>
                </a:p>
              </p:txBody>
            </p:sp>
            <p:graphicFrame>
              <p:nvGraphicFramePr>
                <p:cNvPr id="58" name="对象 57">
                  <a:hlinkClick r:id="" action="ppaction://ole?verb="/>
                </p:cNvPr>
                <p:cNvGraphicFramePr>
                  <a:graphicFrameLocks noChangeAspect="1"/>
                </p:cNvGraphicFramePr>
                <p:nvPr/>
              </p:nvGraphicFramePr>
              <p:xfrm>
                <a:off x="13123" y="1559"/>
                <a:ext cx="1931" cy="40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025" name="" r:id="rId3" imgW="850900" imgH="177165" progId="Equation.KSEE3">
                        <p:embed/>
                      </p:oleObj>
                    </mc:Choice>
                    <mc:Fallback>
                      <p:oleObj name="" r:id="rId3" imgW="850900" imgH="177165" progId="Equation.KSEE3">
                        <p:embed/>
                        <p:pic>
                          <p:nvPicPr>
                            <p:cNvPr id="0" name="图片 1024"/>
                            <p:cNvPicPr/>
                            <p:nvPr/>
                          </p:nvPicPr>
                          <p:blipFill>
                            <a:blip r:embed="rId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3123" y="1559"/>
                              <a:ext cx="1931" cy="40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65" name="对象 64">
                  <a:hlinkClick r:id="" action="ppaction://ole?verb="/>
                </p:cNvPr>
                <p:cNvGraphicFramePr>
                  <a:graphicFrameLocks noChangeAspect="1"/>
                </p:cNvGraphicFramePr>
                <p:nvPr/>
              </p:nvGraphicFramePr>
              <p:xfrm>
                <a:off x="4382" y="5680"/>
                <a:ext cx="1931" cy="40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7" name="" r:id="rId5" imgW="850900" imgH="177165" progId="Equation.KSEE3">
                        <p:embed/>
                      </p:oleObj>
                    </mc:Choice>
                    <mc:Fallback>
                      <p:oleObj name="" r:id="rId5" imgW="850900" imgH="177165" progId="Equation.KSEE3">
                        <p:embed/>
                        <p:pic>
                          <p:nvPicPr>
                            <p:cNvPr id="0" name="图片 1024"/>
                            <p:cNvPicPr/>
                            <p:nvPr/>
                          </p:nvPicPr>
                          <p:blipFill>
                            <a:blip r:embed="rId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382" y="5680"/>
                              <a:ext cx="1931" cy="40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66" name="对象 65">
                  <a:hlinkClick r:id="" action="ppaction://ole?verb="/>
                </p:cNvPr>
                <p:cNvGraphicFramePr>
                  <a:graphicFrameLocks noChangeAspect="1"/>
                </p:cNvGraphicFramePr>
                <p:nvPr/>
              </p:nvGraphicFramePr>
              <p:xfrm>
                <a:off x="10050" y="5068"/>
                <a:ext cx="2306" cy="40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67" name="" r:id="rId7" imgW="1016000" imgH="177165" progId="Equation.KSEE3">
                        <p:embed/>
                      </p:oleObj>
                    </mc:Choice>
                    <mc:Fallback>
                      <p:oleObj name="" r:id="rId7" imgW="1016000" imgH="177165" progId="Equation.KSEE3">
                        <p:embed/>
                        <p:pic>
                          <p:nvPicPr>
                            <p:cNvPr id="0" name="图片 1024"/>
                            <p:cNvPicPr/>
                            <p:nvPr/>
                          </p:nvPicPr>
                          <p:blipFill>
                            <a:blip r:embed="rId8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0050" y="5068"/>
                              <a:ext cx="2306" cy="40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68" name="对象 67">
                  <a:hlinkClick r:id="" action="ppaction://ole?verb="/>
                </p:cNvPr>
                <p:cNvGraphicFramePr>
                  <a:graphicFrameLocks noChangeAspect="1"/>
                </p:cNvGraphicFramePr>
                <p:nvPr/>
              </p:nvGraphicFramePr>
              <p:xfrm>
                <a:off x="12056" y="9385"/>
                <a:ext cx="1787" cy="40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69" name="" r:id="rId9" imgW="787400" imgH="177165" progId="Equation.KSEE3">
                        <p:embed/>
                      </p:oleObj>
                    </mc:Choice>
                    <mc:Fallback>
                      <p:oleObj name="" r:id="rId9" imgW="787400" imgH="177165" progId="Equation.KSEE3">
                        <p:embed/>
                        <p:pic>
                          <p:nvPicPr>
                            <p:cNvPr id="0" name="图片 1024"/>
                            <p:cNvPicPr/>
                            <p:nvPr/>
                          </p:nvPicPr>
                          <p:blipFill>
                            <a:blip r:embed="rId10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2056" y="9385"/>
                              <a:ext cx="1787" cy="40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70" name="对象 69">
                  <a:hlinkClick r:id="" action="ppaction://ole?verb="/>
                </p:cNvPr>
                <p:cNvGraphicFramePr>
                  <a:graphicFrameLocks noChangeAspect="1"/>
                </p:cNvGraphicFramePr>
                <p:nvPr/>
              </p:nvGraphicFramePr>
              <p:xfrm>
                <a:off x="10994" y="6551"/>
                <a:ext cx="1903" cy="40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71" name="" r:id="rId11" imgW="838200" imgH="177165" progId="Equation.KSEE3">
                        <p:embed/>
                      </p:oleObj>
                    </mc:Choice>
                    <mc:Fallback>
                      <p:oleObj name="" r:id="rId11" imgW="838200" imgH="177165" progId="Equation.KSEE3">
                        <p:embed/>
                        <p:pic>
                          <p:nvPicPr>
                            <p:cNvPr id="0" name="图片 1024"/>
                            <p:cNvPicPr/>
                            <p:nvPr/>
                          </p:nvPicPr>
                          <p:blipFill>
                            <a:blip r:embed="rId12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0994" y="6551"/>
                              <a:ext cx="1903" cy="40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73" name="上箭头 72"/>
                <p:cNvSpPr/>
                <p:nvPr/>
              </p:nvSpPr>
              <p:spPr>
                <a:xfrm>
                  <a:off x="5404" y="5252"/>
                  <a:ext cx="249" cy="442"/>
                </a:xfrm>
                <a:prstGeom prst="upArrow">
                  <a:avLst/>
                </a:prstGeom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74" name="上箭头 73"/>
                <p:cNvSpPr/>
                <p:nvPr/>
              </p:nvSpPr>
              <p:spPr>
                <a:xfrm rot="10800000">
                  <a:off x="5404" y="6052"/>
                  <a:ext cx="249" cy="442"/>
                </a:xfrm>
                <a:prstGeom prst="upArrow">
                  <a:avLst/>
                </a:prstGeom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graphicFrame>
              <p:nvGraphicFramePr>
                <p:cNvPr id="75" name="对象 74">
                  <a:hlinkClick r:id="" action="ppaction://ole?verb="/>
                </p:cNvPr>
                <p:cNvGraphicFramePr>
                  <a:graphicFrameLocks noChangeAspect="1"/>
                </p:cNvGraphicFramePr>
                <p:nvPr/>
              </p:nvGraphicFramePr>
              <p:xfrm>
                <a:off x="13123" y="4034"/>
                <a:ext cx="1931" cy="40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76" name="" r:id="rId13" imgW="850900" imgH="177165" progId="Equation.KSEE3">
                        <p:embed/>
                      </p:oleObj>
                    </mc:Choice>
                    <mc:Fallback>
                      <p:oleObj name="" r:id="rId13" imgW="850900" imgH="177165" progId="Equation.KSEE3">
                        <p:embed/>
                        <p:pic>
                          <p:nvPicPr>
                            <p:cNvPr id="0" name="图片 1024"/>
                            <p:cNvPicPr/>
                            <p:nvPr/>
                          </p:nvPicPr>
                          <p:blipFill>
                            <a:blip r:embed="rId1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3123" y="4034"/>
                              <a:ext cx="1931" cy="40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77" name="对象 76">
                  <a:hlinkClick r:id="" action="ppaction://ole?verb="/>
                </p:cNvPr>
                <p:cNvGraphicFramePr>
                  <a:graphicFrameLocks noChangeAspect="1"/>
                </p:cNvGraphicFramePr>
                <p:nvPr/>
              </p:nvGraphicFramePr>
              <p:xfrm>
                <a:off x="9884" y="3692"/>
                <a:ext cx="1931" cy="40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78" name="" r:id="rId15" imgW="850900" imgH="177165" progId="Equation.KSEE3">
                        <p:embed/>
                      </p:oleObj>
                    </mc:Choice>
                    <mc:Fallback>
                      <p:oleObj name="" r:id="rId15" imgW="850900" imgH="177165" progId="Equation.KSEE3">
                        <p:embed/>
                        <p:pic>
                          <p:nvPicPr>
                            <p:cNvPr id="0" name="图片 1024"/>
                            <p:cNvPicPr/>
                            <p:nvPr/>
                          </p:nvPicPr>
                          <p:blipFill>
                            <a:blip r:embed="rId1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9884" y="3692"/>
                              <a:ext cx="1931" cy="40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79" name="对象 78">
                  <a:hlinkClick r:id="" action="ppaction://ole?verb="/>
                </p:cNvPr>
                <p:cNvGraphicFramePr>
                  <a:graphicFrameLocks noChangeAspect="1"/>
                </p:cNvGraphicFramePr>
                <p:nvPr/>
              </p:nvGraphicFramePr>
              <p:xfrm>
                <a:off x="7167" y="5972"/>
                <a:ext cx="2104" cy="40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80" name="" r:id="rId16" imgW="927100" imgH="177165" progId="Equation.KSEE3">
                        <p:embed/>
                      </p:oleObj>
                    </mc:Choice>
                    <mc:Fallback>
                      <p:oleObj name="" r:id="rId16" imgW="927100" imgH="177165" progId="Equation.KSEE3">
                        <p:embed/>
                        <p:pic>
                          <p:nvPicPr>
                            <p:cNvPr id="0" name="图片 1024"/>
                            <p:cNvPicPr/>
                            <p:nvPr/>
                          </p:nvPicPr>
                          <p:blipFill>
                            <a:blip r:embed="rId1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7167" y="5972"/>
                              <a:ext cx="2104" cy="40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81" name="对象 80">
                  <a:hlinkClick r:id="" action="ppaction://ole?verb="/>
                </p:cNvPr>
                <p:cNvGraphicFramePr>
                  <a:graphicFrameLocks noChangeAspect="1"/>
                </p:cNvGraphicFramePr>
                <p:nvPr/>
              </p:nvGraphicFramePr>
              <p:xfrm>
                <a:off x="4443" y="418"/>
                <a:ext cx="2810" cy="43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82" name="" r:id="rId18" imgW="1244600" imgH="190500" progId="Equation.KSEE3">
                        <p:embed/>
                      </p:oleObj>
                    </mc:Choice>
                    <mc:Fallback>
                      <p:oleObj name="" r:id="rId18" imgW="1244600" imgH="190500" progId="Equation.KSEE3">
                        <p:embed/>
                        <p:pic>
                          <p:nvPicPr>
                            <p:cNvPr id="0" name="图片 1024"/>
                            <p:cNvPicPr/>
                            <p:nvPr/>
                          </p:nvPicPr>
                          <p:blipFill>
                            <a:blip r:embed="rId1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443" y="418"/>
                              <a:ext cx="2810" cy="431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105" name="梯形 104"/>
              <p:cNvSpPr/>
              <p:nvPr/>
            </p:nvSpPr>
            <p:spPr>
              <a:xfrm>
                <a:off x="10493" y="2206"/>
                <a:ext cx="988" cy="420"/>
              </a:xfrm>
              <a:prstGeom prst="trapezoid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/>
                  <a:t>T</a:t>
                </a:r>
                <a:endParaRPr lang="en-US" altLang="zh-CN"/>
              </a:p>
            </p:txBody>
          </p:sp>
        </p:grpSp>
        <p:grpSp>
          <p:nvGrpSpPr>
            <p:cNvPr id="107" name="组合 106"/>
            <p:cNvGrpSpPr/>
            <p:nvPr/>
          </p:nvGrpSpPr>
          <p:grpSpPr>
            <a:xfrm>
              <a:off x="11875" y="4470"/>
              <a:ext cx="1556" cy="5222"/>
              <a:chOff x="12047" y="4811"/>
              <a:chExt cx="1556" cy="5222"/>
            </a:xfrm>
          </p:grpSpPr>
          <p:grpSp>
            <p:nvGrpSpPr>
              <p:cNvPr id="108" name="组合 107"/>
              <p:cNvGrpSpPr/>
              <p:nvPr/>
            </p:nvGrpSpPr>
            <p:grpSpPr>
              <a:xfrm>
                <a:off x="12047" y="4811"/>
                <a:ext cx="1556" cy="5223"/>
                <a:chOff x="13693" y="4821"/>
                <a:chExt cx="1556" cy="5223"/>
              </a:xfrm>
            </p:grpSpPr>
            <p:sp>
              <p:nvSpPr>
                <p:cNvPr id="109" name="圆角矩形 108"/>
                <p:cNvSpPr/>
                <p:nvPr/>
              </p:nvSpPr>
              <p:spPr>
                <a:xfrm>
                  <a:off x="13693" y="4821"/>
                  <a:ext cx="1556" cy="5223"/>
                </a:xfrm>
                <a:prstGeom prst="roundRect">
                  <a:avLst/>
                </a:prstGeom>
                <a:solidFill>
                  <a:schemeClr val="accent5">
                    <a:alpha val="58000"/>
                  </a:schemeClr>
                </a:solidFill>
                <a:ln>
                  <a:solidFill>
                    <a:schemeClr val="accent2"/>
                  </a:solidFill>
                  <a:prstDash val="sysDash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10" name="矩形 109"/>
                <p:cNvSpPr/>
                <p:nvPr/>
              </p:nvSpPr>
              <p:spPr>
                <a:xfrm>
                  <a:off x="13862" y="5411"/>
                  <a:ext cx="1159" cy="462"/>
                </a:xfrm>
                <a:prstGeom prst="rect">
                  <a:avLst/>
                </a:prstGeom>
                <a:solidFill>
                  <a:schemeClr val="accent4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/>
                    <a:t>Conv</a:t>
                  </a:r>
                  <a:endParaRPr lang="en-US" altLang="zh-CN"/>
                </a:p>
              </p:txBody>
            </p:sp>
            <p:sp>
              <p:nvSpPr>
                <p:cNvPr id="111" name="流程图: 手动操作 110"/>
                <p:cNvSpPr/>
                <p:nvPr/>
              </p:nvSpPr>
              <p:spPr>
                <a:xfrm>
                  <a:off x="13859" y="6294"/>
                  <a:ext cx="1160" cy="412"/>
                </a:xfrm>
                <a:prstGeom prst="flowChartManualOperation">
                  <a:avLst/>
                </a:prstGeom>
                <a:solidFill>
                  <a:schemeClr val="accent4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/>
                    <a:t>T</a:t>
                  </a:r>
                  <a:endParaRPr lang="en-US" altLang="zh-CN"/>
                </a:p>
              </p:txBody>
            </p:sp>
            <p:sp>
              <p:nvSpPr>
                <p:cNvPr id="112" name="矩形 111"/>
                <p:cNvSpPr/>
                <p:nvPr/>
              </p:nvSpPr>
              <p:spPr>
                <a:xfrm>
                  <a:off x="13861" y="6945"/>
                  <a:ext cx="1159" cy="462"/>
                </a:xfrm>
                <a:prstGeom prst="rect">
                  <a:avLst/>
                </a:prstGeom>
                <a:solidFill>
                  <a:schemeClr val="accent4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/>
                    <a:t>Relu</a:t>
                  </a:r>
                  <a:endParaRPr lang="en-US" altLang="zh-CN"/>
                </a:p>
              </p:txBody>
            </p:sp>
            <p:cxnSp>
              <p:nvCxnSpPr>
                <p:cNvPr id="113" name="直接箭头连接符 112"/>
                <p:cNvCxnSpPr>
                  <a:stCxn id="110" idx="2"/>
                  <a:endCxn id="111" idx="0"/>
                </p:cNvCxnSpPr>
                <p:nvPr/>
              </p:nvCxnSpPr>
              <p:spPr>
                <a:xfrm flipH="1">
                  <a:off x="14439" y="5873"/>
                  <a:ext cx="3" cy="421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14" name="直接箭头连接符 113"/>
                <p:cNvCxnSpPr>
                  <a:stCxn id="111" idx="2"/>
                  <a:endCxn id="112" idx="0"/>
                </p:cNvCxnSpPr>
                <p:nvPr/>
              </p:nvCxnSpPr>
              <p:spPr>
                <a:xfrm>
                  <a:off x="14439" y="6706"/>
                  <a:ext cx="2" cy="239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115" name="矩形 114"/>
                <p:cNvSpPr/>
                <p:nvPr/>
              </p:nvSpPr>
              <p:spPr>
                <a:xfrm>
                  <a:off x="13863" y="7730"/>
                  <a:ext cx="1159" cy="462"/>
                </a:xfrm>
                <a:prstGeom prst="rect">
                  <a:avLst/>
                </a:prstGeom>
                <a:solidFill>
                  <a:schemeClr val="accent4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/>
                    <a:t>Conv</a:t>
                  </a:r>
                  <a:endParaRPr lang="en-US" altLang="zh-CN"/>
                </a:p>
              </p:txBody>
            </p:sp>
            <p:sp>
              <p:nvSpPr>
                <p:cNvPr id="116" name="流程图: 手动操作 115"/>
                <p:cNvSpPr/>
                <p:nvPr/>
              </p:nvSpPr>
              <p:spPr>
                <a:xfrm>
                  <a:off x="13860" y="8526"/>
                  <a:ext cx="1160" cy="412"/>
                </a:xfrm>
                <a:prstGeom prst="flowChartManualOperation">
                  <a:avLst/>
                </a:prstGeom>
                <a:solidFill>
                  <a:schemeClr val="accent4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/>
                    <a:t>T</a:t>
                  </a:r>
                  <a:endParaRPr lang="en-US" altLang="zh-CN"/>
                </a:p>
              </p:txBody>
            </p:sp>
            <p:sp>
              <p:nvSpPr>
                <p:cNvPr id="117" name="矩形 116"/>
                <p:cNvSpPr/>
                <p:nvPr/>
              </p:nvSpPr>
              <p:spPr>
                <a:xfrm>
                  <a:off x="13860" y="9262"/>
                  <a:ext cx="1159" cy="462"/>
                </a:xfrm>
                <a:prstGeom prst="rect">
                  <a:avLst/>
                </a:prstGeom>
                <a:solidFill>
                  <a:schemeClr val="accent4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/>
                    <a:t>Relu</a:t>
                  </a:r>
                  <a:endParaRPr lang="en-US" altLang="zh-CN"/>
                </a:p>
              </p:txBody>
            </p:sp>
            <p:cxnSp>
              <p:nvCxnSpPr>
                <p:cNvPr id="118" name="直接箭头连接符 117"/>
                <p:cNvCxnSpPr>
                  <a:stCxn id="115" idx="2"/>
                  <a:endCxn id="116" idx="0"/>
                </p:cNvCxnSpPr>
                <p:nvPr/>
              </p:nvCxnSpPr>
              <p:spPr>
                <a:xfrm flipH="1">
                  <a:off x="14440" y="8192"/>
                  <a:ext cx="3" cy="334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19" name="直接箭头连接符 118"/>
                <p:cNvCxnSpPr>
                  <a:stCxn id="116" idx="2"/>
                  <a:endCxn id="117" idx="0"/>
                </p:cNvCxnSpPr>
                <p:nvPr/>
              </p:nvCxnSpPr>
              <p:spPr>
                <a:xfrm>
                  <a:off x="14440" y="8938"/>
                  <a:ext cx="0" cy="324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20" name="直接箭头连接符 119"/>
                <p:cNvCxnSpPr>
                  <a:stCxn id="112" idx="2"/>
                  <a:endCxn id="115" idx="0"/>
                </p:cNvCxnSpPr>
                <p:nvPr/>
              </p:nvCxnSpPr>
              <p:spPr>
                <a:xfrm>
                  <a:off x="14441" y="7407"/>
                  <a:ext cx="2" cy="323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121" name="文本框 120"/>
                <p:cNvSpPr txBox="1"/>
                <p:nvPr/>
              </p:nvSpPr>
              <p:spPr>
                <a:xfrm>
                  <a:off x="13698" y="4831"/>
                  <a:ext cx="1460" cy="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/>
                    <a:t>FEBlock</a:t>
                  </a:r>
                  <a:endParaRPr lang="en-US" altLang="zh-CN"/>
                </a:p>
              </p:txBody>
            </p:sp>
          </p:grpSp>
          <p:graphicFrame>
            <p:nvGraphicFramePr>
              <p:cNvPr id="122" name="对象 121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12883" y="5882"/>
              <a:ext cx="720" cy="40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3" name="" r:id="rId20" imgW="316865" imgH="177165" progId="Equation.KSEE3">
                      <p:embed/>
                    </p:oleObj>
                  </mc:Choice>
                  <mc:Fallback>
                    <p:oleObj name="" r:id="rId20" imgW="316865" imgH="177165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12883" y="5882"/>
                            <a:ext cx="720" cy="40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9" name="组合 18"/>
            <p:cNvGrpSpPr/>
            <p:nvPr/>
          </p:nvGrpSpPr>
          <p:grpSpPr>
            <a:xfrm>
              <a:off x="13767" y="4460"/>
              <a:ext cx="1556" cy="2020"/>
              <a:chOff x="12047" y="4811"/>
              <a:chExt cx="1556" cy="1984"/>
            </a:xfrm>
          </p:grpSpPr>
          <p:grpSp>
            <p:nvGrpSpPr>
              <p:cNvPr id="20" name="组合 19"/>
              <p:cNvGrpSpPr/>
              <p:nvPr/>
            </p:nvGrpSpPr>
            <p:grpSpPr>
              <a:xfrm>
                <a:off x="12047" y="4811"/>
                <a:ext cx="1556" cy="1984"/>
                <a:chOff x="13693" y="4821"/>
                <a:chExt cx="1556" cy="1984"/>
              </a:xfrm>
            </p:grpSpPr>
            <p:sp>
              <p:nvSpPr>
                <p:cNvPr id="23" name="圆角矩形 22"/>
                <p:cNvSpPr/>
                <p:nvPr/>
              </p:nvSpPr>
              <p:spPr>
                <a:xfrm>
                  <a:off x="13693" y="4821"/>
                  <a:ext cx="1556" cy="1984"/>
                </a:xfrm>
                <a:prstGeom prst="roundRect">
                  <a:avLst/>
                </a:prstGeom>
                <a:solidFill>
                  <a:schemeClr val="accent5">
                    <a:alpha val="58000"/>
                  </a:schemeClr>
                </a:solidFill>
                <a:ln>
                  <a:solidFill>
                    <a:schemeClr val="accent2"/>
                  </a:solidFill>
                  <a:prstDash val="sysDash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42" name="矩形 41"/>
                <p:cNvSpPr/>
                <p:nvPr/>
              </p:nvSpPr>
              <p:spPr>
                <a:xfrm>
                  <a:off x="13862" y="5411"/>
                  <a:ext cx="1159" cy="462"/>
                </a:xfrm>
                <a:prstGeom prst="rect">
                  <a:avLst/>
                </a:prstGeom>
                <a:solidFill>
                  <a:schemeClr val="accent4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 sz="1600"/>
                    <a:t>Conv</a:t>
                  </a:r>
                  <a:endParaRPr lang="en-US" altLang="zh-CN" sz="1600"/>
                </a:p>
              </p:txBody>
            </p:sp>
            <p:sp>
              <p:nvSpPr>
                <p:cNvPr id="49" name="流程图: 手动操作 48"/>
                <p:cNvSpPr/>
                <p:nvPr/>
              </p:nvSpPr>
              <p:spPr>
                <a:xfrm>
                  <a:off x="13859" y="6295"/>
                  <a:ext cx="1160" cy="412"/>
                </a:xfrm>
                <a:prstGeom prst="flowChartManualOperation">
                  <a:avLst/>
                </a:prstGeom>
                <a:solidFill>
                  <a:schemeClr val="accent4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/>
                    <a:t>T</a:t>
                  </a:r>
                  <a:endParaRPr lang="en-US" altLang="zh-CN"/>
                </a:p>
              </p:txBody>
            </p:sp>
            <p:cxnSp>
              <p:nvCxnSpPr>
                <p:cNvPr id="57" name="直接箭头连接符 56"/>
                <p:cNvCxnSpPr>
                  <a:stCxn id="42" idx="2"/>
                  <a:endCxn id="49" idx="0"/>
                </p:cNvCxnSpPr>
                <p:nvPr/>
              </p:nvCxnSpPr>
              <p:spPr>
                <a:xfrm flipH="1">
                  <a:off x="14439" y="5873"/>
                  <a:ext cx="3" cy="42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60" name="文本框 59"/>
                <p:cNvSpPr txBox="1"/>
                <p:nvPr/>
              </p:nvSpPr>
              <p:spPr>
                <a:xfrm>
                  <a:off x="13698" y="4831"/>
                  <a:ext cx="1460" cy="52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 sz="1600"/>
                    <a:t>ResBlock</a:t>
                  </a:r>
                  <a:endParaRPr lang="en-US" altLang="zh-CN" sz="1600"/>
                </a:p>
              </p:txBody>
            </p:sp>
          </p:grpSp>
          <p:graphicFrame>
            <p:nvGraphicFramePr>
              <p:cNvPr id="61" name="对象 60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13070" y="5882"/>
              <a:ext cx="347" cy="40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2" name="" r:id="rId22" imgW="152400" imgH="177165" progId="Equation.KSEE3">
                      <p:embed/>
                    </p:oleObj>
                  </mc:Choice>
                  <mc:Fallback>
                    <p:oleObj name="" r:id="rId22" imgW="152400" imgH="177165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13070" y="5882"/>
                            <a:ext cx="347" cy="40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</Words>
  <Application>WPS 演示</Application>
  <PresentationFormat>宽屏</PresentationFormat>
  <Paragraphs>66</Paragraphs>
  <Slides>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12</vt:i4>
      </vt:variant>
      <vt:variant>
        <vt:lpstr>幻灯片标题</vt:lpstr>
      </vt:variant>
      <vt:variant>
        <vt:i4>1</vt:i4>
      </vt:variant>
    </vt:vector>
  </HeadingPairs>
  <TitlesOfParts>
    <vt:vector size="21" baseType="lpstr">
      <vt:lpstr>Arial</vt:lpstr>
      <vt:lpstr>宋体</vt:lpstr>
      <vt:lpstr>Wingdings</vt:lpstr>
      <vt:lpstr>Times New Roman</vt:lpstr>
      <vt:lpstr>Calibri</vt:lpstr>
      <vt:lpstr>微软雅黑</vt:lpstr>
      <vt:lpstr>Arial Unicode MS</vt:lpstr>
      <vt:lpstr>WPS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刘文超</cp:lastModifiedBy>
  <cp:revision>13</cp:revision>
  <dcterms:created xsi:type="dcterms:W3CDTF">2023-08-09T12:44:00Z</dcterms:created>
  <dcterms:modified xsi:type="dcterms:W3CDTF">2026-06-06T12:17:55Z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B25F8A7BC44E400CADCCCD01B8C8262D_12</vt:lpwstr>
  </property>
</Properties>
</file>