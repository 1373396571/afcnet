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4791075" cy="65481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3" userDrawn="1">
          <p15:clr>
            <a:srgbClr val="A4A3A4"/>
          </p15:clr>
        </p15:guide>
        <p15:guide id="2" pos="15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53"/>
        <p:guide pos="15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8950" y="1071695"/>
            <a:ext cx="3593700" cy="2279813"/>
          </a:xfrm>
        </p:spPr>
        <p:txBody>
          <a:bodyPr anchor="b"/>
          <a:lstStyle>
            <a:lvl1pPr algn="ctr">
              <a:defRPr sz="31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8950" y="3439426"/>
            <a:ext cx="3593700" cy="1581014"/>
          </a:xfrm>
        </p:spPr>
        <p:txBody>
          <a:bodyPr/>
          <a:lstStyle>
            <a:lvl1pPr marL="0" indent="0" algn="ctr">
              <a:buNone/>
              <a:defRPr sz="1260"/>
            </a:lvl1pPr>
            <a:lvl2pPr marL="239395" indent="0" algn="ctr">
              <a:buNone/>
              <a:defRPr sz="1050"/>
            </a:lvl2pPr>
            <a:lvl3pPr marL="479425" indent="0" algn="ctr">
              <a:buNone/>
              <a:defRPr sz="945"/>
            </a:lvl3pPr>
            <a:lvl4pPr marL="718820" indent="0" algn="ctr">
              <a:buNone/>
              <a:defRPr sz="840"/>
            </a:lvl4pPr>
            <a:lvl5pPr marL="958215" indent="0" algn="ctr">
              <a:buNone/>
              <a:defRPr sz="840"/>
            </a:lvl5pPr>
            <a:lvl6pPr marL="1197610" indent="0" algn="ctr">
              <a:buNone/>
              <a:defRPr sz="840"/>
            </a:lvl6pPr>
            <a:lvl7pPr marL="1437640" indent="0" algn="ctr">
              <a:buNone/>
              <a:defRPr sz="840"/>
            </a:lvl7pPr>
            <a:lvl8pPr marL="1677035" indent="0" algn="ctr">
              <a:buNone/>
              <a:defRPr sz="840"/>
            </a:lvl8pPr>
            <a:lvl9pPr marL="1916430" indent="0" algn="ctr">
              <a:buNone/>
              <a:defRPr sz="8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927" y="1632553"/>
            <a:ext cx="4132755" cy="2723952"/>
          </a:xfrm>
        </p:spPr>
        <p:txBody>
          <a:bodyPr anchor="b"/>
          <a:lstStyle>
            <a:lvl1pPr>
              <a:defRPr sz="31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6927" y="4382275"/>
            <a:ext cx="4132755" cy="1432462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3939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7942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188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5821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1976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376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7703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1643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9423" y="1743208"/>
            <a:ext cx="2036430" cy="4154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425748" y="1743208"/>
            <a:ext cx="2036430" cy="4154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047" y="348642"/>
            <a:ext cx="4132755" cy="12657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0047" y="1605268"/>
            <a:ext cx="2027071" cy="786717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39395" indent="0">
              <a:buNone/>
              <a:defRPr sz="1050" b="1"/>
            </a:lvl2pPr>
            <a:lvl3pPr marL="479425" indent="0">
              <a:buNone/>
              <a:defRPr sz="945" b="1"/>
            </a:lvl3pPr>
            <a:lvl4pPr marL="718820" indent="0">
              <a:buNone/>
              <a:defRPr sz="840" b="1"/>
            </a:lvl4pPr>
            <a:lvl5pPr marL="958215" indent="0">
              <a:buNone/>
              <a:defRPr sz="840" b="1"/>
            </a:lvl5pPr>
            <a:lvl6pPr marL="1197610" indent="0">
              <a:buNone/>
              <a:defRPr sz="840" b="1"/>
            </a:lvl6pPr>
            <a:lvl7pPr marL="1437640" indent="0">
              <a:buNone/>
              <a:defRPr sz="840" b="1"/>
            </a:lvl7pPr>
            <a:lvl8pPr marL="1677035" indent="0">
              <a:buNone/>
              <a:defRPr sz="840" b="1"/>
            </a:lvl8pPr>
            <a:lvl9pPr marL="191643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0047" y="2391985"/>
            <a:ext cx="2027071" cy="3518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425748" y="1605268"/>
            <a:ext cx="2037054" cy="786717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39395" indent="0">
              <a:buNone/>
              <a:defRPr sz="1050" b="1"/>
            </a:lvl2pPr>
            <a:lvl3pPr marL="479425" indent="0">
              <a:buNone/>
              <a:defRPr sz="945" b="1"/>
            </a:lvl3pPr>
            <a:lvl4pPr marL="718820" indent="0">
              <a:buNone/>
              <a:defRPr sz="840" b="1"/>
            </a:lvl4pPr>
            <a:lvl5pPr marL="958215" indent="0">
              <a:buNone/>
              <a:defRPr sz="840" b="1"/>
            </a:lvl5pPr>
            <a:lvl6pPr marL="1197610" indent="0">
              <a:buNone/>
              <a:defRPr sz="840" b="1"/>
            </a:lvl6pPr>
            <a:lvl7pPr marL="1437640" indent="0">
              <a:buNone/>
              <a:defRPr sz="840" b="1"/>
            </a:lvl7pPr>
            <a:lvl8pPr marL="1677035" indent="0">
              <a:buNone/>
              <a:defRPr sz="840" b="1"/>
            </a:lvl8pPr>
            <a:lvl9pPr marL="191643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425748" y="2391985"/>
            <a:ext cx="2037054" cy="3518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047" y="436560"/>
            <a:ext cx="1545416" cy="1527960"/>
          </a:xfrm>
        </p:spPr>
        <p:txBody>
          <a:bodyPr anchor="b"/>
          <a:lstStyle>
            <a:lvl1pPr>
              <a:defRPr sz="16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7054" y="942848"/>
            <a:ext cx="2425748" cy="4653609"/>
          </a:xfrm>
        </p:spPr>
        <p:txBody>
          <a:bodyPr/>
          <a:lstStyle>
            <a:lvl1pPr>
              <a:defRPr sz="1675"/>
            </a:lvl1pPr>
            <a:lvl2pPr>
              <a:defRPr sz="1465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0047" y="1964520"/>
            <a:ext cx="1545416" cy="3639516"/>
          </a:xfrm>
        </p:spPr>
        <p:txBody>
          <a:bodyPr/>
          <a:lstStyle>
            <a:lvl1pPr marL="0" indent="0">
              <a:buNone/>
              <a:defRPr sz="840"/>
            </a:lvl1pPr>
            <a:lvl2pPr marL="239395" indent="0">
              <a:buNone/>
              <a:defRPr sz="735"/>
            </a:lvl2pPr>
            <a:lvl3pPr marL="479425" indent="0">
              <a:buNone/>
              <a:defRPr sz="630"/>
            </a:lvl3pPr>
            <a:lvl4pPr marL="718820" indent="0">
              <a:buNone/>
              <a:defRPr sz="525"/>
            </a:lvl4pPr>
            <a:lvl5pPr marL="958215" indent="0">
              <a:buNone/>
              <a:defRPr sz="525"/>
            </a:lvl5pPr>
            <a:lvl6pPr marL="1197610" indent="0">
              <a:buNone/>
              <a:defRPr sz="525"/>
            </a:lvl6pPr>
            <a:lvl7pPr marL="1437640" indent="0">
              <a:buNone/>
              <a:defRPr sz="525"/>
            </a:lvl7pPr>
            <a:lvl8pPr marL="1677035" indent="0">
              <a:buNone/>
              <a:defRPr sz="525"/>
            </a:lvl8pPr>
            <a:lvl9pPr marL="1916430" indent="0">
              <a:buNone/>
              <a:defRPr sz="5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047" y="436560"/>
            <a:ext cx="1545416" cy="1527960"/>
          </a:xfrm>
        </p:spPr>
        <p:txBody>
          <a:bodyPr anchor="b"/>
          <a:lstStyle>
            <a:lvl1pPr>
              <a:defRPr sz="16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37054" y="942848"/>
            <a:ext cx="2425748" cy="4653609"/>
          </a:xfrm>
        </p:spPr>
        <p:txBody>
          <a:bodyPr/>
          <a:lstStyle>
            <a:lvl1pPr marL="0" indent="0">
              <a:buNone/>
              <a:defRPr sz="1675"/>
            </a:lvl1pPr>
            <a:lvl2pPr marL="239395" indent="0">
              <a:buNone/>
              <a:defRPr sz="1465"/>
            </a:lvl2pPr>
            <a:lvl3pPr marL="479425" indent="0">
              <a:buNone/>
              <a:defRPr sz="1260"/>
            </a:lvl3pPr>
            <a:lvl4pPr marL="718820" indent="0">
              <a:buNone/>
              <a:defRPr sz="1050"/>
            </a:lvl4pPr>
            <a:lvl5pPr marL="958215" indent="0">
              <a:buNone/>
              <a:defRPr sz="1050"/>
            </a:lvl5pPr>
            <a:lvl6pPr marL="1197610" indent="0">
              <a:buNone/>
              <a:defRPr sz="1050"/>
            </a:lvl6pPr>
            <a:lvl7pPr marL="1437640" indent="0">
              <a:buNone/>
              <a:defRPr sz="1050"/>
            </a:lvl7pPr>
            <a:lvl8pPr marL="1677035" indent="0">
              <a:buNone/>
              <a:defRPr sz="1050"/>
            </a:lvl8pPr>
            <a:lvl9pPr marL="1916430" indent="0">
              <a:buNone/>
              <a:defRPr sz="10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0047" y="1964520"/>
            <a:ext cx="1545416" cy="3639516"/>
          </a:xfrm>
        </p:spPr>
        <p:txBody>
          <a:bodyPr/>
          <a:lstStyle>
            <a:lvl1pPr marL="0" indent="0">
              <a:buNone/>
              <a:defRPr sz="840"/>
            </a:lvl1pPr>
            <a:lvl2pPr marL="239395" indent="0">
              <a:buNone/>
              <a:defRPr sz="735"/>
            </a:lvl2pPr>
            <a:lvl3pPr marL="479425" indent="0">
              <a:buNone/>
              <a:defRPr sz="630"/>
            </a:lvl3pPr>
            <a:lvl4pPr marL="718820" indent="0">
              <a:buNone/>
              <a:defRPr sz="525"/>
            </a:lvl4pPr>
            <a:lvl5pPr marL="958215" indent="0">
              <a:buNone/>
              <a:defRPr sz="525"/>
            </a:lvl5pPr>
            <a:lvl6pPr marL="1197610" indent="0">
              <a:buNone/>
              <a:defRPr sz="525"/>
            </a:lvl6pPr>
            <a:lvl7pPr marL="1437640" indent="0">
              <a:buNone/>
              <a:defRPr sz="525"/>
            </a:lvl7pPr>
            <a:lvl8pPr marL="1677035" indent="0">
              <a:buNone/>
              <a:defRPr sz="525"/>
            </a:lvl8pPr>
            <a:lvl9pPr marL="1916430" indent="0">
              <a:buNone/>
              <a:defRPr sz="5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428989" y="348642"/>
            <a:ext cx="1033189" cy="554946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9423" y="348642"/>
            <a:ext cx="3039671" cy="554946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9423" y="348642"/>
            <a:ext cx="4132755" cy="1265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9423" y="1743208"/>
            <a:ext cx="4132755" cy="4154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9423" y="6069397"/>
            <a:ext cx="1078110" cy="34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87218" y="6069397"/>
            <a:ext cx="1617165" cy="34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84068" y="6069397"/>
            <a:ext cx="1078110" cy="34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79425" rtl="0" eaLnBrk="1" latinLnBrk="0" hangingPunct="1">
        <a:lnSpc>
          <a:spcPct val="90000"/>
        </a:lnSpc>
        <a:spcBef>
          <a:spcPct val="0"/>
        </a:spcBef>
        <a:buNone/>
        <a:defRPr sz="23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79425" rtl="0" eaLnBrk="1" latinLnBrk="0" hangingPunct="1">
        <a:lnSpc>
          <a:spcPct val="90000"/>
        </a:lnSpc>
        <a:spcBef>
          <a:spcPct val="105000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59410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598805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38835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78230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17625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57020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797050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36445" indent="-120015" algn="l" defTabSz="479425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39395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79425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18820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58215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197610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37640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77035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16430" algn="l" defTabSz="479425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oleObject" Target="../embeddings/oleObject5.bin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5.wmf"/><Relationship Id="rId14" Type="http://schemas.openxmlformats.org/officeDocument/2006/relationships/oleObject" Target="../embeddings/oleObject10.bin"/><Relationship Id="rId13" Type="http://schemas.openxmlformats.org/officeDocument/2006/relationships/image" Target="../media/image4.wmf"/><Relationship Id="rId12" Type="http://schemas.openxmlformats.org/officeDocument/2006/relationships/oleObject" Target="../embeddings/oleObject9.bin"/><Relationship Id="rId11" Type="http://schemas.openxmlformats.org/officeDocument/2006/relationships/oleObject" Target="../embeddings/oleObject8.bin"/><Relationship Id="rId10" Type="http://schemas.openxmlformats.org/officeDocument/2006/relationships/oleObject" Target="../embeddings/oleObject7.bin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" name="组合 63"/>
          <p:cNvGrpSpPr/>
          <p:nvPr/>
        </p:nvGrpSpPr>
        <p:grpSpPr>
          <a:xfrm rot="0">
            <a:off x="0" y="1270"/>
            <a:ext cx="3779520" cy="6546850"/>
            <a:chOff x="6074" y="216"/>
            <a:chExt cx="5952" cy="10321"/>
          </a:xfrm>
        </p:grpSpPr>
        <p:grpSp>
          <p:nvGrpSpPr>
            <p:cNvPr id="47" name="组合 46"/>
            <p:cNvGrpSpPr/>
            <p:nvPr/>
          </p:nvGrpSpPr>
          <p:grpSpPr>
            <a:xfrm>
              <a:off x="6468" y="216"/>
              <a:ext cx="5558" cy="10321"/>
              <a:chOff x="6468" y="216"/>
              <a:chExt cx="5558" cy="10321"/>
            </a:xfrm>
          </p:grpSpPr>
          <p:grpSp>
            <p:nvGrpSpPr>
              <p:cNvPr id="21" name="组合 20"/>
              <p:cNvGrpSpPr/>
              <p:nvPr/>
            </p:nvGrpSpPr>
            <p:grpSpPr>
              <a:xfrm rot="0">
                <a:off x="6468" y="216"/>
                <a:ext cx="5034" cy="7565"/>
                <a:chOff x="6468" y="613"/>
                <a:chExt cx="5034" cy="7565"/>
              </a:xfrm>
            </p:grpSpPr>
            <p:sp>
              <p:nvSpPr>
                <p:cNvPr id="4" name="立方体 3"/>
                <p:cNvSpPr/>
                <p:nvPr/>
              </p:nvSpPr>
              <p:spPr>
                <a:xfrm rot="16200000" flipH="1">
                  <a:off x="8569" y="-404"/>
                  <a:ext cx="830" cy="2864"/>
                </a:xfrm>
                <a:prstGeom prst="cube">
                  <a:avLst>
                    <a:gd name="adj" fmla="val 58386"/>
                  </a:avLst>
                </a:prstGeom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20" name="组合 19"/>
                <p:cNvGrpSpPr/>
                <p:nvPr/>
              </p:nvGrpSpPr>
              <p:grpSpPr>
                <a:xfrm>
                  <a:off x="6468" y="1922"/>
                  <a:ext cx="5035" cy="6256"/>
                  <a:chOff x="6438" y="2839"/>
                  <a:chExt cx="5035" cy="6256"/>
                </a:xfrm>
              </p:grpSpPr>
              <p:sp>
                <p:nvSpPr>
                  <p:cNvPr id="5" name="立方体 4"/>
                  <p:cNvSpPr/>
                  <p:nvPr/>
                </p:nvSpPr>
                <p:spPr>
                  <a:xfrm rot="16200000" flipH="1">
                    <a:off x="7228" y="2049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100000">
                        <a:schemeClr val="accent6"/>
                      </a:gs>
                      <a:gs pos="0">
                        <a:schemeClr val="accent6">
                          <a:lumMod val="25000"/>
                          <a:lumOff val="75000"/>
                        </a:schemeClr>
                      </a:gs>
                      <a:gs pos="100000">
                        <a:schemeClr val="accent6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立方体 5"/>
                  <p:cNvSpPr/>
                  <p:nvPr/>
                </p:nvSpPr>
                <p:spPr>
                  <a:xfrm rot="16200000" flipH="1">
                    <a:off x="7228" y="3033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4"/>
                      </a:gs>
                      <a:gs pos="0">
                        <a:schemeClr val="accent4">
                          <a:lumMod val="25000"/>
                          <a:lumOff val="75000"/>
                        </a:schemeClr>
                      </a:gs>
                      <a:gs pos="100000">
                        <a:schemeClr val="accent4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立方体 6"/>
                  <p:cNvSpPr/>
                  <p:nvPr/>
                </p:nvSpPr>
                <p:spPr>
                  <a:xfrm rot="16200000" flipH="1">
                    <a:off x="7228" y="4017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5"/>
                      </a:gs>
                      <a:gs pos="0">
                        <a:schemeClr val="accent5">
                          <a:lumMod val="25000"/>
                          <a:lumOff val="75000"/>
                        </a:schemeClr>
                      </a:gs>
                      <a:gs pos="100000">
                        <a:schemeClr val="accent5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立方体 7"/>
                  <p:cNvSpPr/>
                  <p:nvPr/>
                </p:nvSpPr>
                <p:spPr>
                  <a:xfrm rot="16200000" flipH="1">
                    <a:off x="7228" y="5001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立方体 8"/>
                  <p:cNvSpPr/>
                  <p:nvPr/>
                </p:nvSpPr>
                <p:spPr>
                  <a:xfrm rot="16200000" flipH="1">
                    <a:off x="7228" y="5985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4"/>
                      </a:gs>
                      <a:gs pos="0">
                        <a:schemeClr val="accent4">
                          <a:lumMod val="25000"/>
                          <a:lumOff val="75000"/>
                        </a:schemeClr>
                      </a:gs>
                      <a:gs pos="100000">
                        <a:schemeClr val="accent4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立方体 9"/>
                  <p:cNvSpPr/>
                  <p:nvPr/>
                </p:nvSpPr>
                <p:spPr>
                  <a:xfrm rot="16200000" flipH="1">
                    <a:off x="7228" y="7953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" name="立方体 10"/>
                  <p:cNvSpPr/>
                  <p:nvPr/>
                </p:nvSpPr>
                <p:spPr>
                  <a:xfrm rot="16200000" flipH="1">
                    <a:off x="7228" y="6969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5"/>
                      </a:gs>
                      <a:gs pos="0">
                        <a:schemeClr val="accent5">
                          <a:lumMod val="25000"/>
                          <a:lumOff val="75000"/>
                        </a:schemeClr>
                      </a:gs>
                      <a:gs pos="100000">
                        <a:schemeClr val="accent5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9" name="组合 18"/>
                  <p:cNvGrpSpPr/>
                  <p:nvPr/>
                </p:nvGrpSpPr>
                <p:grpSpPr>
                  <a:xfrm>
                    <a:off x="9541" y="3823"/>
                    <a:ext cx="1932" cy="4164"/>
                    <a:chOff x="9540" y="2839"/>
                    <a:chExt cx="1932" cy="4164"/>
                  </a:xfrm>
                </p:grpSpPr>
                <p:sp>
                  <p:nvSpPr>
                    <p:cNvPr id="12" name="立方体 11"/>
                    <p:cNvSpPr/>
                    <p:nvPr/>
                  </p:nvSpPr>
                  <p:spPr>
                    <a:xfrm rot="16200000" flipH="1">
                      <a:off x="10330" y="2049"/>
                      <a:ext cx="353" cy="1933"/>
                    </a:xfrm>
                    <a:prstGeom prst="cube">
                      <a:avLst>
                        <a:gd name="adj" fmla="val 67782"/>
                      </a:avLst>
                    </a:prstGeom>
                    <a:gradFill>
                      <a:gsLst>
                        <a:gs pos="50000">
                          <a:schemeClr val="accent4"/>
                        </a:gs>
                        <a:gs pos="0">
                          <a:schemeClr val="accent4">
                            <a:lumMod val="25000"/>
                            <a:lumOff val="75000"/>
                          </a:schemeClr>
                        </a:gs>
                        <a:gs pos="100000">
                          <a:schemeClr val="accent4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" name="立方体 12"/>
                    <p:cNvSpPr/>
                    <p:nvPr/>
                  </p:nvSpPr>
                  <p:spPr>
                    <a:xfrm rot="16200000" flipH="1">
                      <a:off x="10330" y="5861"/>
                      <a:ext cx="353" cy="1933"/>
                    </a:xfrm>
                    <a:prstGeom prst="cube">
                      <a:avLst>
                        <a:gd name="adj" fmla="val 67782"/>
                      </a:avLst>
                    </a:prstGeom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" name="立方体 13"/>
                    <p:cNvSpPr/>
                    <p:nvPr/>
                  </p:nvSpPr>
                  <p:spPr>
                    <a:xfrm rot="16200000" flipH="1">
                      <a:off x="10330" y="4908"/>
                      <a:ext cx="353" cy="1933"/>
                    </a:xfrm>
                    <a:prstGeom prst="cube">
                      <a:avLst>
                        <a:gd name="adj" fmla="val 67782"/>
                      </a:avLst>
                    </a:prstGeom>
                    <a:gradFill>
                      <a:gsLst>
                        <a:gs pos="50000">
                          <a:schemeClr val="accent4"/>
                        </a:gs>
                        <a:gs pos="0">
                          <a:schemeClr val="accent4">
                            <a:lumMod val="25000"/>
                            <a:lumOff val="75000"/>
                          </a:schemeClr>
                        </a:gs>
                        <a:gs pos="100000">
                          <a:schemeClr val="accent4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" name="立方体 14"/>
                    <p:cNvSpPr/>
                    <p:nvPr/>
                  </p:nvSpPr>
                  <p:spPr>
                    <a:xfrm rot="16200000" flipH="1">
                      <a:off x="10330" y="3955"/>
                      <a:ext cx="353" cy="1933"/>
                    </a:xfrm>
                    <a:prstGeom prst="cube">
                      <a:avLst>
                        <a:gd name="adj" fmla="val 67782"/>
                      </a:avLst>
                    </a:prstGeom>
                    <a:gradFill>
                      <a:gsLst>
                        <a:gs pos="50000">
                          <a:schemeClr val="accent3"/>
                        </a:gs>
                        <a:gs pos="0">
                          <a:schemeClr val="accent3">
                            <a:lumMod val="25000"/>
                            <a:lumOff val="75000"/>
                          </a:schemeClr>
                        </a:gs>
                        <a:gs pos="100000">
                          <a:schemeClr val="accent3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" name="立方体 15"/>
                    <p:cNvSpPr/>
                    <p:nvPr/>
                  </p:nvSpPr>
                  <p:spPr>
                    <a:xfrm rot="16200000" flipH="1">
                      <a:off x="10330" y="3002"/>
                      <a:ext cx="353" cy="1933"/>
                    </a:xfrm>
                    <a:prstGeom prst="cube">
                      <a:avLst>
                        <a:gd name="adj" fmla="val 67782"/>
                      </a:avLst>
                    </a:prstGeom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cxnSp>
            <p:nvCxnSpPr>
              <p:cNvPr id="23" name="肘形连接符 22"/>
              <p:cNvCxnSpPr>
                <a:stCxn id="4" idx="5"/>
                <a:endCxn id="5" idx="2"/>
              </p:cNvCxnSpPr>
              <p:nvPr/>
            </p:nvCxnSpPr>
            <p:spPr>
              <a:xfrm rot="5400000">
                <a:off x="7909" y="691"/>
                <a:ext cx="479" cy="118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肘形连接符 23"/>
              <p:cNvCxnSpPr>
                <a:stCxn id="4" idx="5"/>
                <a:endCxn id="12" idx="2"/>
              </p:cNvCxnSpPr>
              <p:nvPr/>
            </p:nvCxnSpPr>
            <p:spPr>
              <a:xfrm rot="5400000" flipV="1">
                <a:off x="8968" y="819"/>
                <a:ext cx="1463" cy="1915"/>
              </a:xfrm>
              <a:prstGeom prst="bentConnector3">
                <a:avLst>
                  <a:gd name="adj1" fmla="val 16678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7546" y="1878"/>
                <a:ext cx="6" cy="5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/>
              <p:nvPr/>
            </p:nvCxnSpPr>
            <p:spPr>
              <a:xfrm flipH="1">
                <a:off x="7549" y="2903"/>
                <a:ext cx="6" cy="6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flipH="1">
                <a:off x="7540" y="3891"/>
                <a:ext cx="6" cy="59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>
                <a:off x="7534" y="4838"/>
                <a:ext cx="6" cy="6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>
                <a:off x="7528" y="5831"/>
                <a:ext cx="6" cy="5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>
                <a:off x="7522" y="6798"/>
                <a:ext cx="6" cy="6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H="1">
                <a:off x="10651" y="2862"/>
                <a:ext cx="6" cy="5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>
              <a:xfrm>
                <a:off x="10646" y="3815"/>
                <a:ext cx="5" cy="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>
                <a:off x="10646" y="4770"/>
                <a:ext cx="5" cy="56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H="1">
                <a:off x="10640" y="5721"/>
                <a:ext cx="6" cy="5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5" name="流程图: 汇总连接 34"/>
              <p:cNvSpPr/>
              <p:nvPr/>
            </p:nvSpPr>
            <p:spPr>
              <a:xfrm>
                <a:off x="8401" y="7782"/>
                <a:ext cx="761" cy="761"/>
              </a:xfrm>
              <a:prstGeom prst="flowChartSummingJunc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6" name="直接箭头连接符 35"/>
              <p:cNvCxnSpPr>
                <a:stCxn id="4" idx="5"/>
                <a:endCxn id="35" idx="0"/>
              </p:cNvCxnSpPr>
              <p:nvPr/>
            </p:nvCxnSpPr>
            <p:spPr>
              <a:xfrm>
                <a:off x="8742" y="1046"/>
                <a:ext cx="40" cy="67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36"/>
              <p:cNvCxnSpPr/>
              <p:nvPr/>
            </p:nvCxnSpPr>
            <p:spPr>
              <a:xfrm>
                <a:off x="7511" y="7775"/>
                <a:ext cx="891" cy="388"/>
              </a:xfrm>
              <a:prstGeom prst="bentConnector3">
                <a:avLst>
                  <a:gd name="adj1" fmla="val 4152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8" name="流程图: 或者 37"/>
              <p:cNvSpPr>
                <a:spLocks noChangeAspect="1"/>
              </p:cNvSpPr>
              <p:nvPr/>
            </p:nvSpPr>
            <p:spPr>
              <a:xfrm>
                <a:off x="10285" y="7775"/>
                <a:ext cx="715" cy="762"/>
              </a:xfrm>
              <a:prstGeom prst="flowChar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9" name="直接箭头连接符 38"/>
              <p:cNvCxnSpPr>
                <a:stCxn id="35" idx="6"/>
                <a:endCxn id="38" idx="2"/>
              </p:cNvCxnSpPr>
              <p:nvPr/>
            </p:nvCxnSpPr>
            <p:spPr>
              <a:xfrm flipV="1">
                <a:off x="9162" y="8156"/>
                <a:ext cx="1123" cy="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38" idx="0"/>
              </p:cNvCxnSpPr>
              <p:nvPr/>
            </p:nvCxnSpPr>
            <p:spPr>
              <a:xfrm>
                <a:off x="10624" y="6638"/>
                <a:ext cx="19" cy="11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1" name="立方体 40"/>
              <p:cNvSpPr/>
              <p:nvPr/>
            </p:nvSpPr>
            <p:spPr>
              <a:xfrm rot="16200000" flipH="1">
                <a:off x="10361" y="8155"/>
                <a:ext cx="353" cy="1933"/>
              </a:xfrm>
              <a:prstGeom prst="cube">
                <a:avLst>
                  <a:gd name="adj" fmla="val 67782"/>
                </a:avLst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2" name="直接箭头连接符 41"/>
              <p:cNvCxnSpPr>
                <a:stCxn id="38" idx="4"/>
                <a:endCxn id="41" idx="2"/>
              </p:cNvCxnSpPr>
              <p:nvPr/>
            </p:nvCxnSpPr>
            <p:spPr>
              <a:xfrm>
                <a:off x="10643" y="8537"/>
                <a:ext cx="14" cy="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3" name="立方体 42"/>
              <p:cNvSpPr/>
              <p:nvPr/>
            </p:nvSpPr>
            <p:spPr>
              <a:xfrm rot="16200000" flipH="1">
                <a:off x="10179" y="8690"/>
                <a:ext cx="830" cy="2864"/>
              </a:xfrm>
              <a:prstGeom prst="cube">
                <a:avLst>
                  <a:gd name="adj" fmla="val 58386"/>
                </a:avLst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5" name="直接箭头连接符 44"/>
              <p:cNvCxnSpPr/>
              <p:nvPr/>
            </p:nvCxnSpPr>
            <p:spPr>
              <a:xfrm flipH="1">
                <a:off x="10614" y="9321"/>
                <a:ext cx="10" cy="3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>
              <a:off x="6074" y="8694"/>
              <a:ext cx="2668" cy="1810"/>
              <a:chOff x="5388" y="8693"/>
              <a:chExt cx="2668" cy="1810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5746" y="8693"/>
                <a:ext cx="1300" cy="3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Global Pooling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5388" y="9407"/>
                <a:ext cx="1658" cy="3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Batch Normalization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6104" y="8807"/>
                <a:ext cx="1952" cy="1697"/>
                <a:chOff x="6104" y="8807"/>
                <a:chExt cx="1952" cy="1697"/>
              </a:xfrm>
            </p:grpSpPr>
            <p:grpSp>
              <p:nvGrpSpPr>
                <p:cNvPr id="53" name="组合 52"/>
                <p:cNvGrpSpPr>
                  <a:grpSpLocks noChangeAspect="1"/>
                </p:cNvGrpSpPr>
                <p:nvPr/>
              </p:nvGrpSpPr>
              <p:grpSpPr>
                <a:xfrm>
                  <a:off x="7046" y="8807"/>
                  <a:ext cx="1011" cy="1696"/>
                  <a:chOff x="14351" y="1725"/>
                  <a:chExt cx="1932" cy="3242"/>
                </a:xfrm>
              </p:grpSpPr>
              <p:sp>
                <p:nvSpPr>
                  <p:cNvPr id="48" name="立方体 47"/>
                  <p:cNvSpPr/>
                  <p:nvPr/>
                </p:nvSpPr>
                <p:spPr>
                  <a:xfrm rot="16200000" flipH="1">
                    <a:off x="15141" y="1566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4"/>
                      </a:gs>
                      <a:gs pos="0">
                        <a:schemeClr val="accent4">
                          <a:lumMod val="25000"/>
                          <a:lumOff val="75000"/>
                        </a:schemeClr>
                      </a:gs>
                      <a:gs pos="100000">
                        <a:schemeClr val="accent4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立方体 48"/>
                  <p:cNvSpPr/>
                  <p:nvPr/>
                </p:nvSpPr>
                <p:spPr>
                  <a:xfrm rot="16200000" flipH="1">
                    <a:off x="15141" y="2319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5"/>
                      </a:gs>
                      <a:gs pos="0">
                        <a:schemeClr val="accent5">
                          <a:lumMod val="25000"/>
                          <a:lumOff val="75000"/>
                        </a:schemeClr>
                      </a:gs>
                      <a:gs pos="100000">
                        <a:schemeClr val="accent5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" name="立方体 49"/>
                  <p:cNvSpPr/>
                  <p:nvPr/>
                </p:nvSpPr>
                <p:spPr>
                  <a:xfrm rot="16200000" flipH="1">
                    <a:off x="15141" y="3072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立方体 50"/>
                  <p:cNvSpPr/>
                  <p:nvPr/>
                </p:nvSpPr>
                <p:spPr>
                  <a:xfrm rot="16200000" flipH="1">
                    <a:off x="15141" y="935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100000">
                        <a:schemeClr val="accent6"/>
                      </a:gs>
                      <a:gs pos="0">
                        <a:schemeClr val="accent6">
                          <a:lumMod val="25000"/>
                          <a:lumOff val="75000"/>
                        </a:schemeClr>
                      </a:gs>
                      <a:gs pos="100000">
                        <a:schemeClr val="accent6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" name="立方体 51"/>
                  <p:cNvSpPr/>
                  <p:nvPr/>
                </p:nvSpPr>
                <p:spPr>
                  <a:xfrm rot="16200000" flipH="1">
                    <a:off x="15141" y="3825"/>
                    <a:ext cx="353" cy="1933"/>
                  </a:xfrm>
                  <a:prstGeom prst="cube">
                    <a:avLst>
                      <a:gd name="adj" fmla="val 67782"/>
                    </a:avLst>
                  </a:prstGeom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5" name="文本框 54"/>
                <p:cNvSpPr txBox="1"/>
                <p:nvPr/>
              </p:nvSpPr>
              <p:spPr>
                <a:xfrm>
                  <a:off x="6393" y="9022"/>
                  <a:ext cx="653" cy="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r"/>
                  <a:r>
                    <a:rPr lang="en-US" altLang="zh-CN" sz="800">
                      <a:latin typeface="Times New Roman" panose="02020603050405020304" charset="0"/>
                      <a:cs typeface="Times New Roman" panose="02020603050405020304" charset="0"/>
                    </a:rPr>
                    <a:t>Conv</a:t>
                  </a:r>
                  <a:endParaRPr lang="en-US" altLang="zh-CN" sz="8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6285" y="9810"/>
                  <a:ext cx="761" cy="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r"/>
                  <a:r>
                    <a:rPr lang="en-US" altLang="zh-CN" sz="800">
                      <a:latin typeface="Times New Roman" panose="02020603050405020304" charset="0"/>
                      <a:cs typeface="Times New Roman" panose="02020603050405020304" charset="0"/>
                    </a:rPr>
                    <a:t>ReLu</a:t>
                  </a:r>
                  <a:endParaRPr lang="en-US" altLang="zh-CN" sz="8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6104" y="10204"/>
                  <a:ext cx="942" cy="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r"/>
                  <a:r>
                    <a:rPr lang="en-US" altLang="zh-CN" sz="800">
                      <a:latin typeface="Times New Roman" panose="02020603050405020304" charset="0"/>
                      <a:cs typeface="Times New Roman" panose="02020603050405020304" charset="0"/>
                    </a:rPr>
                    <a:t>Sigmoid</a:t>
                  </a:r>
                  <a:endParaRPr lang="en-US" altLang="zh-CN" sz="8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</p:grp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07110" y="272350"/>
          <a:ext cx="122618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850900" imgH="177165" progId="Equation.KSEE3">
                  <p:embed/>
                </p:oleObj>
              </mc:Choice>
              <mc:Fallback>
                <p:oleObj name="" r:id="rId1" imgW="850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7110" y="272350"/>
                        <a:ext cx="122618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30020" y="5777800"/>
          <a:ext cx="161099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" r:id="rId3" imgW="1117600" imgH="177165" progId="Equation.KSEE3">
                  <p:embed/>
                </p:oleObj>
              </mc:Choice>
              <mc:Fallback>
                <p:oleObj name="" r:id="rId3" imgW="11176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0020" y="5777800"/>
                        <a:ext cx="161099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30020" y="178682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" r:id="rId5" imgW="342900" imgH="177165" progId="Equation.KSEE3">
                  <p:embed/>
                </p:oleObj>
              </mc:Choice>
              <mc:Fallback>
                <p:oleObj name="" r:id="rId5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0020" y="178682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2855" y="178682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" r:id="rId7" imgW="342900" imgH="177165" progId="Equation.KSEE3">
                  <p:embed/>
                </p:oleObj>
              </mc:Choice>
              <mc:Fallback>
                <p:oleObj name="" r:id="rId7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855" y="178682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3185" y="299205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8" imgW="342900" imgH="177165" progId="Equation.KSEE3">
                  <p:embed/>
                </p:oleObj>
              </mc:Choice>
              <mc:Fallback>
                <p:oleObj name="" r:id="rId8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3185" y="299205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3185" y="239261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" r:id="rId9" imgW="342900" imgH="177165" progId="Equation.KSEE3">
                  <p:embed/>
                </p:oleObj>
              </mc:Choice>
              <mc:Fallback>
                <p:oleObj name="" r:id="rId9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3185" y="239261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2855" y="301364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" r:id="rId10" imgW="342900" imgH="177165" progId="Equation.KSEE3">
                  <p:embed/>
                </p:oleObj>
              </mc:Choice>
              <mc:Fallback>
                <p:oleObj name="" r:id="rId10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855" y="301364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2855" y="2392615"/>
          <a:ext cx="49466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" r:id="rId11" imgW="342900" imgH="177165" progId="Equation.KSEE3">
                  <p:embed/>
                </p:oleObj>
              </mc:Choice>
              <mc:Fallback>
                <p:oleObj name="" r:id="rId11" imgW="3429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855" y="2392615"/>
                        <a:ext cx="49466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27810" y="3583875"/>
          <a:ext cx="22034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" r:id="rId12" imgW="152400" imgH="177165" progId="Equation.KSEE3">
                  <p:embed/>
                </p:oleObj>
              </mc:Choice>
              <mc:Fallback>
                <p:oleObj name="" r:id="rId12" imgW="1524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7810" y="3583875"/>
                        <a:ext cx="22034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630" y="3618165"/>
          <a:ext cx="22034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" name="" r:id="rId14" imgW="152400" imgH="177165" progId="Equation.KSEE3">
                  <p:embed/>
                </p:oleObj>
              </mc:Choice>
              <mc:Fallback>
                <p:oleObj name="" r:id="rId14" imgW="1524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7630" y="3618165"/>
                        <a:ext cx="220345" cy="2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刘文超</cp:lastModifiedBy>
  <cp:revision>11</cp:revision>
  <dcterms:created xsi:type="dcterms:W3CDTF">2023-08-09T12:44:00Z</dcterms:created>
  <dcterms:modified xsi:type="dcterms:W3CDTF">2026-06-28T02:36:26Z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2688E2563263442E9672EF74EF24E7D8_12</vt:lpwstr>
  </property>
</Properties>
</file>