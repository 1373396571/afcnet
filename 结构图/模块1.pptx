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635" cy="395986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65" userDrawn="1">
          <p15:clr>
            <a:srgbClr val="A4A3A4"/>
          </p15:clr>
        </p15:guide>
        <p15:guide id="2" pos="387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1265"/>
        <p:guide pos="387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150" y="648084"/>
            <a:ext cx="9144900" cy="1378667"/>
          </a:xfrm>
        </p:spPr>
        <p:txBody>
          <a:bodyPr anchor="b"/>
          <a:lstStyle>
            <a:lvl1pPr algn="ctr">
              <a:defRPr sz="346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150" y="2079917"/>
            <a:ext cx="9144900" cy="956083"/>
          </a:xfrm>
        </p:spPr>
        <p:txBody>
          <a:bodyPr/>
          <a:lstStyle>
            <a:lvl1pPr marL="0" indent="0" algn="ctr">
              <a:buNone/>
              <a:defRPr sz="1385"/>
            </a:lvl1pPr>
            <a:lvl2pPr marL="264160" indent="0" algn="ctr">
              <a:buNone/>
              <a:defRPr sz="1155"/>
            </a:lvl2pPr>
            <a:lvl3pPr marL="527685" indent="0" algn="ctr">
              <a:buNone/>
              <a:defRPr sz="1040"/>
            </a:lvl3pPr>
            <a:lvl4pPr marL="791845" indent="0" algn="ctr">
              <a:buNone/>
              <a:defRPr sz="925"/>
            </a:lvl4pPr>
            <a:lvl5pPr marL="1056005" indent="0" algn="ctr">
              <a:buNone/>
              <a:defRPr sz="925"/>
            </a:lvl5pPr>
            <a:lvl6pPr marL="1320165" indent="0" algn="ctr">
              <a:buNone/>
              <a:defRPr sz="925"/>
            </a:lvl6pPr>
            <a:lvl7pPr marL="1583690" indent="0" algn="ctr">
              <a:buNone/>
              <a:defRPr sz="925"/>
            </a:lvl7pPr>
            <a:lvl8pPr marL="1847850" indent="0" algn="ctr">
              <a:buNone/>
              <a:defRPr sz="925"/>
            </a:lvl8pPr>
            <a:lvl9pPr marL="2112010" indent="0" algn="ctr">
              <a:buNone/>
              <a:defRPr sz="925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932" y="987250"/>
            <a:ext cx="10516635" cy="1647250"/>
          </a:xfrm>
        </p:spPr>
        <p:txBody>
          <a:bodyPr anchor="b"/>
          <a:lstStyle>
            <a:lvl1pPr>
              <a:defRPr sz="346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932" y="2650084"/>
            <a:ext cx="10516635" cy="866250"/>
          </a:xfrm>
        </p:spPr>
        <p:txBody>
          <a:bodyPr/>
          <a:lstStyle>
            <a:lvl1pPr marL="0" indent="0">
              <a:buNone/>
              <a:defRPr sz="1385">
                <a:solidFill>
                  <a:schemeClr val="tx1">
                    <a:tint val="75000"/>
                  </a:schemeClr>
                </a:solidFill>
              </a:defRPr>
            </a:lvl1pPr>
            <a:lvl2pPr marL="264160" indent="0">
              <a:buNone/>
              <a:defRPr sz="1155">
                <a:solidFill>
                  <a:schemeClr val="tx1">
                    <a:tint val="75000"/>
                  </a:schemeClr>
                </a:solidFill>
              </a:defRPr>
            </a:lvl2pPr>
            <a:lvl3pPr marL="527685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3pPr>
            <a:lvl4pPr marL="791845" indent="0">
              <a:buNone/>
              <a:defRPr sz="925">
                <a:solidFill>
                  <a:schemeClr val="tx1">
                    <a:tint val="75000"/>
                  </a:schemeClr>
                </a:solidFill>
              </a:defRPr>
            </a:lvl4pPr>
            <a:lvl5pPr marL="1056005" indent="0">
              <a:buNone/>
              <a:defRPr sz="925">
                <a:solidFill>
                  <a:schemeClr val="tx1">
                    <a:tint val="75000"/>
                  </a:schemeClr>
                </a:solidFill>
              </a:defRPr>
            </a:lvl5pPr>
            <a:lvl6pPr marL="1320165" indent="0">
              <a:buNone/>
              <a:defRPr sz="925">
                <a:solidFill>
                  <a:schemeClr val="tx1">
                    <a:tint val="75000"/>
                  </a:schemeClr>
                </a:solidFill>
              </a:defRPr>
            </a:lvl6pPr>
            <a:lvl7pPr marL="1583690" indent="0">
              <a:buNone/>
              <a:defRPr sz="925">
                <a:solidFill>
                  <a:schemeClr val="tx1">
                    <a:tint val="75000"/>
                  </a:schemeClr>
                </a:solidFill>
              </a:defRPr>
            </a:lvl7pPr>
            <a:lvl8pPr marL="1847850" indent="0">
              <a:buNone/>
              <a:defRPr sz="925">
                <a:solidFill>
                  <a:schemeClr val="tx1">
                    <a:tint val="75000"/>
                  </a:schemeClr>
                </a:solidFill>
              </a:defRPr>
            </a:lvl8pPr>
            <a:lvl9pPr marL="2112010" indent="0">
              <a:buNone/>
              <a:defRPr sz="92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83" y="1054167"/>
            <a:ext cx="5182110" cy="25125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808" y="1054167"/>
            <a:ext cx="5182110" cy="25125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871" y="210833"/>
            <a:ext cx="10516635" cy="76541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871" y="970750"/>
            <a:ext cx="5158295" cy="475750"/>
          </a:xfrm>
        </p:spPr>
        <p:txBody>
          <a:bodyPr anchor="b"/>
          <a:lstStyle>
            <a:lvl1pPr marL="0" indent="0">
              <a:buNone/>
              <a:defRPr sz="1385" b="1"/>
            </a:lvl1pPr>
            <a:lvl2pPr marL="264160" indent="0">
              <a:buNone/>
              <a:defRPr sz="1155" b="1"/>
            </a:lvl2pPr>
            <a:lvl3pPr marL="527685" indent="0">
              <a:buNone/>
              <a:defRPr sz="1040" b="1"/>
            </a:lvl3pPr>
            <a:lvl4pPr marL="791845" indent="0">
              <a:buNone/>
              <a:defRPr sz="925" b="1"/>
            </a:lvl4pPr>
            <a:lvl5pPr marL="1056005" indent="0">
              <a:buNone/>
              <a:defRPr sz="925" b="1"/>
            </a:lvl5pPr>
            <a:lvl6pPr marL="1320165" indent="0">
              <a:buNone/>
              <a:defRPr sz="925" b="1"/>
            </a:lvl6pPr>
            <a:lvl7pPr marL="1583690" indent="0">
              <a:buNone/>
              <a:defRPr sz="925" b="1"/>
            </a:lvl7pPr>
            <a:lvl8pPr marL="1847850" indent="0">
              <a:buNone/>
              <a:defRPr sz="925" b="1"/>
            </a:lvl8pPr>
            <a:lvl9pPr marL="2112010" indent="0">
              <a:buNone/>
              <a:defRPr sz="925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871" y="1446500"/>
            <a:ext cx="5158295" cy="21275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808" y="970750"/>
            <a:ext cx="5183698" cy="475750"/>
          </a:xfrm>
        </p:spPr>
        <p:txBody>
          <a:bodyPr anchor="b"/>
          <a:lstStyle>
            <a:lvl1pPr marL="0" indent="0">
              <a:buNone/>
              <a:defRPr sz="1385" b="1"/>
            </a:lvl1pPr>
            <a:lvl2pPr marL="264160" indent="0">
              <a:buNone/>
              <a:defRPr sz="1155" b="1"/>
            </a:lvl2pPr>
            <a:lvl3pPr marL="527685" indent="0">
              <a:buNone/>
              <a:defRPr sz="1040" b="1"/>
            </a:lvl3pPr>
            <a:lvl4pPr marL="791845" indent="0">
              <a:buNone/>
              <a:defRPr sz="925" b="1"/>
            </a:lvl4pPr>
            <a:lvl5pPr marL="1056005" indent="0">
              <a:buNone/>
              <a:defRPr sz="925" b="1"/>
            </a:lvl5pPr>
            <a:lvl6pPr marL="1320165" indent="0">
              <a:buNone/>
              <a:defRPr sz="925" b="1"/>
            </a:lvl6pPr>
            <a:lvl7pPr marL="1583690" indent="0">
              <a:buNone/>
              <a:defRPr sz="925" b="1"/>
            </a:lvl7pPr>
            <a:lvl8pPr marL="1847850" indent="0">
              <a:buNone/>
              <a:defRPr sz="925" b="1"/>
            </a:lvl8pPr>
            <a:lvl9pPr marL="2112010" indent="0">
              <a:buNone/>
              <a:defRPr sz="925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808" y="1446500"/>
            <a:ext cx="5183698" cy="21275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871" y="264000"/>
            <a:ext cx="3932624" cy="924000"/>
          </a:xfrm>
        </p:spPr>
        <p:txBody>
          <a:bodyPr anchor="b"/>
          <a:lstStyle>
            <a:lvl1pPr>
              <a:defRPr sz="185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698" y="570167"/>
            <a:ext cx="6172808" cy="2814167"/>
          </a:xfrm>
        </p:spPr>
        <p:txBody>
          <a:bodyPr/>
          <a:lstStyle>
            <a:lvl1pPr>
              <a:defRPr sz="1850"/>
            </a:lvl1pPr>
            <a:lvl2pPr>
              <a:defRPr sz="1615"/>
            </a:lvl2pPr>
            <a:lvl3pPr>
              <a:defRPr sz="1385"/>
            </a:lvl3pPr>
            <a:lvl4pPr>
              <a:defRPr sz="1155"/>
            </a:lvl4pPr>
            <a:lvl5pPr>
              <a:defRPr sz="1155"/>
            </a:lvl5pPr>
            <a:lvl6pPr>
              <a:defRPr sz="1155"/>
            </a:lvl6pPr>
            <a:lvl7pPr>
              <a:defRPr sz="1155"/>
            </a:lvl7pPr>
            <a:lvl8pPr>
              <a:defRPr sz="1155"/>
            </a:lvl8pPr>
            <a:lvl9pPr>
              <a:defRPr sz="115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871" y="1188000"/>
            <a:ext cx="3932624" cy="2200917"/>
          </a:xfrm>
        </p:spPr>
        <p:txBody>
          <a:bodyPr/>
          <a:lstStyle>
            <a:lvl1pPr marL="0" indent="0">
              <a:buNone/>
              <a:defRPr sz="925"/>
            </a:lvl1pPr>
            <a:lvl2pPr marL="264160" indent="0">
              <a:buNone/>
              <a:defRPr sz="810"/>
            </a:lvl2pPr>
            <a:lvl3pPr marL="527685" indent="0">
              <a:buNone/>
              <a:defRPr sz="695"/>
            </a:lvl3pPr>
            <a:lvl4pPr marL="791845" indent="0">
              <a:buNone/>
              <a:defRPr sz="575"/>
            </a:lvl4pPr>
            <a:lvl5pPr marL="1056005" indent="0">
              <a:buNone/>
              <a:defRPr sz="575"/>
            </a:lvl5pPr>
            <a:lvl6pPr marL="1320165" indent="0">
              <a:buNone/>
              <a:defRPr sz="575"/>
            </a:lvl6pPr>
            <a:lvl7pPr marL="1583690" indent="0">
              <a:buNone/>
              <a:defRPr sz="575"/>
            </a:lvl7pPr>
            <a:lvl8pPr marL="1847850" indent="0">
              <a:buNone/>
              <a:defRPr sz="575"/>
            </a:lvl8pPr>
            <a:lvl9pPr marL="2112010" indent="0">
              <a:buNone/>
              <a:defRPr sz="57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871" y="264000"/>
            <a:ext cx="3932624" cy="924000"/>
          </a:xfrm>
        </p:spPr>
        <p:txBody>
          <a:bodyPr anchor="b"/>
          <a:lstStyle>
            <a:lvl1pPr>
              <a:defRPr sz="185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698" y="570167"/>
            <a:ext cx="6172808" cy="2814167"/>
          </a:xfrm>
        </p:spPr>
        <p:txBody>
          <a:bodyPr/>
          <a:lstStyle>
            <a:lvl1pPr marL="0" indent="0">
              <a:buNone/>
              <a:defRPr sz="1850"/>
            </a:lvl1pPr>
            <a:lvl2pPr marL="264160" indent="0">
              <a:buNone/>
              <a:defRPr sz="1615"/>
            </a:lvl2pPr>
            <a:lvl3pPr marL="527685" indent="0">
              <a:buNone/>
              <a:defRPr sz="1385"/>
            </a:lvl3pPr>
            <a:lvl4pPr marL="791845" indent="0">
              <a:buNone/>
              <a:defRPr sz="1155"/>
            </a:lvl4pPr>
            <a:lvl5pPr marL="1056005" indent="0">
              <a:buNone/>
              <a:defRPr sz="1155"/>
            </a:lvl5pPr>
            <a:lvl6pPr marL="1320165" indent="0">
              <a:buNone/>
              <a:defRPr sz="1155"/>
            </a:lvl6pPr>
            <a:lvl7pPr marL="1583690" indent="0">
              <a:buNone/>
              <a:defRPr sz="1155"/>
            </a:lvl7pPr>
            <a:lvl8pPr marL="1847850" indent="0">
              <a:buNone/>
              <a:defRPr sz="1155"/>
            </a:lvl8pPr>
            <a:lvl9pPr marL="2112010" indent="0">
              <a:buNone/>
              <a:defRPr sz="115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871" y="1188000"/>
            <a:ext cx="3932624" cy="2200917"/>
          </a:xfrm>
        </p:spPr>
        <p:txBody>
          <a:bodyPr/>
          <a:lstStyle>
            <a:lvl1pPr marL="0" indent="0">
              <a:buNone/>
              <a:defRPr sz="925"/>
            </a:lvl1pPr>
            <a:lvl2pPr marL="264160" indent="0">
              <a:buNone/>
              <a:defRPr sz="810"/>
            </a:lvl2pPr>
            <a:lvl3pPr marL="527685" indent="0">
              <a:buNone/>
              <a:defRPr sz="695"/>
            </a:lvl3pPr>
            <a:lvl4pPr marL="791845" indent="0">
              <a:buNone/>
              <a:defRPr sz="575"/>
            </a:lvl4pPr>
            <a:lvl5pPr marL="1056005" indent="0">
              <a:buNone/>
              <a:defRPr sz="575"/>
            </a:lvl5pPr>
            <a:lvl6pPr marL="1320165" indent="0">
              <a:buNone/>
              <a:defRPr sz="575"/>
            </a:lvl6pPr>
            <a:lvl7pPr marL="1583690" indent="0">
              <a:buNone/>
              <a:defRPr sz="575"/>
            </a:lvl7pPr>
            <a:lvl8pPr marL="1847850" indent="0">
              <a:buNone/>
              <a:defRPr sz="575"/>
            </a:lvl8pPr>
            <a:lvl9pPr marL="2112010" indent="0">
              <a:buNone/>
              <a:defRPr sz="57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5759" y="210833"/>
            <a:ext cx="2629159" cy="3355917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83" y="210833"/>
            <a:ext cx="7735062" cy="3355917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83" y="210833"/>
            <a:ext cx="10516635" cy="765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83" y="1054167"/>
            <a:ext cx="10516635" cy="25125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83" y="3670333"/>
            <a:ext cx="2743470" cy="210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9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998" y="3670333"/>
            <a:ext cx="4115205" cy="210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9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1448" y="3670333"/>
            <a:ext cx="2743470" cy="210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9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527685" rtl="0" eaLnBrk="1" latinLnBrk="0" hangingPunct="1">
        <a:lnSpc>
          <a:spcPct val="90000"/>
        </a:lnSpc>
        <a:spcBef>
          <a:spcPct val="0"/>
        </a:spcBef>
        <a:buNone/>
        <a:defRPr sz="25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2080" indent="-132080" algn="l" defTabSz="527685" rtl="0" eaLnBrk="1" latinLnBrk="0" hangingPunct="1">
        <a:lnSpc>
          <a:spcPct val="90000"/>
        </a:lnSpc>
        <a:spcBef>
          <a:spcPts val="575"/>
        </a:spcBef>
        <a:buFont typeface="Arial" panose="020B0604020202020204" pitchFamily="34" charset="0"/>
        <a:buChar char="•"/>
        <a:defRPr sz="1615" kern="1200">
          <a:solidFill>
            <a:schemeClr val="tx1"/>
          </a:solidFill>
          <a:latin typeface="+mn-lt"/>
          <a:ea typeface="+mn-ea"/>
          <a:cs typeface="+mn-cs"/>
        </a:defRPr>
      </a:lvl1pPr>
      <a:lvl2pPr marL="396240" indent="-132080" algn="l" defTabSz="527685" rtl="0" eaLnBrk="1" latinLnBrk="0" hangingPunct="1">
        <a:lnSpc>
          <a:spcPct val="90000"/>
        </a:lnSpc>
        <a:spcBef>
          <a:spcPct val="58000"/>
        </a:spcBef>
        <a:buFont typeface="Arial" panose="020B0604020202020204" pitchFamily="34" charset="0"/>
        <a:buChar char="•"/>
        <a:defRPr sz="1385" kern="1200">
          <a:solidFill>
            <a:schemeClr val="tx1"/>
          </a:solidFill>
          <a:latin typeface="+mn-lt"/>
          <a:ea typeface="+mn-ea"/>
          <a:cs typeface="+mn-cs"/>
        </a:defRPr>
      </a:lvl2pPr>
      <a:lvl3pPr marL="659765" indent="-132080" algn="l" defTabSz="527685" rtl="0" eaLnBrk="1" latinLnBrk="0" hangingPunct="1">
        <a:lnSpc>
          <a:spcPct val="90000"/>
        </a:lnSpc>
        <a:spcBef>
          <a:spcPct val="58000"/>
        </a:spcBef>
        <a:buFont typeface="Arial" panose="020B0604020202020204" pitchFamily="34" charset="0"/>
        <a:buChar char="•"/>
        <a:defRPr sz="1155" kern="1200">
          <a:solidFill>
            <a:schemeClr val="tx1"/>
          </a:solidFill>
          <a:latin typeface="+mn-lt"/>
          <a:ea typeface="+mn-ea"/>
          <a:cs typeface="+mn-cs"/>
        </a:defRPr>
      </a:lvl3pPr>
      <a:lvl4pPr marL="923925" indent="-132080" algn="l" defTabSz="527685" rtl="0" eaLnBrk="1" latinLnBrk="0" hangingPunct="1">
        <a:lnSpc>
          <a:spcPct val="90000"/>
        </a:lnSpc>
        <a:spcBef>
          <a:spcPct val="58000"/>
        </a:spcBef>
        <a:buFont typeface="Arial" panose="020B0604020202020204" pitchFamily="34" charset="0"/>
        <a:buChar char="•"/>
        <a:defRPr sz="1040" kern="1200">
          <a:solidFill>
            <a:schemeClr val="tx1"/>
          </a:solidFill>
          <a:latin typeface="+mn-lt"/>
          <a:ea typeface="+mn-ea"/>
          <a:cs typeface="+mn-cs"/>
        </a:defRPr>
      </a:lvl4pPr>
      <a:lvl5pPr marL="1188085" indent="-132080" algn="l" defTabSz="527685" rtl="0" eaLnBrk="1" latinLnBrk="0" hangingPunct="1">
        <a:lnSpc>
          <a:spcPct val="90000"/>
        </a:lnSpc>
        <a:spcBef>
          <a:spcPct val="58000"/>
        </a:spcBef>
        <a:buFont typeface="Arial" panose="020B0604020202020204" pitchFamily="34" charset="0"/>
        <a:buChar char="•"/>
        <a:defRPr sz="1040" kern="1200">
          <a:solidFill>
            <a:schemeClr val="tx1"/>
          </a:solidFill>
          <a:latin typeface="+mn-lt"/>
          <a:ea typeface="+mn-ea"/>
          <a:cs typeface="+mn-cs"/>
        </a:defRPr>
      </a:lvl5pPr>
      <a:lvl6pPr marL="1452245" indent="-132080" algn="l" defTabSz="527685" rtl="0" eaLnBrk="1" latinLnBrk="0" hangingPunct="1">
        <a:lnSpc>
          <a:spcPct val="90000"/>
        </a:lnSpc>
        <a:spcBef>
          <a:spcPct val="58000"/>
        </a:spcBef>
        <a:buFont typeface="Arial" panose="020B0604020202020204" pitchFamily="34" charset="0"/>
        <a:buChar char="•"/>
        <a:defRPr sz="1040" kern="1200">
          <a:solidFill>
            <a:schemeClr val="tx1"/>
          </a:solidFill>
          <a:latin typeface="+mn-lt"/>
          <a:ea typeface="+mn-ea"/>
          <a:cs typeface="+mn-cs"/>
        </a:defRPr>
      </a:lvl6pPr>
      <a:lvl7pPr marL="1715770" indent="-132080" algn="l" defTabSz="527685" rtl="0" eaLnBrk="1" latinLnBrk="0" hangingPunct="1">
        <a:lnSpc>
          <a:spcPct val="90000"/>
        </a:lnSpc>
        <a:spcBef>
          <a:spcPct val="58000"/>
        </a:spcBef>
        <a:buFont typeface="Arial" panose="020B0604020202020204" pitchFamily="34" charset="0"/>
        <a:buChar char="•"/>
        <a:defRPr sz="1040" kern="1200">
          <a:solidFill>
            <a:schemeClr val="tx1"/>
          </a:solidFill>
          <a:latin typeface="+mn-lt"/>
          <a:ea typeface="+mn-ea"/>
          <a:cs typeface="+mn-cs"/>
        </a:defRPr>
      </a:lvl7pPr>
      <a:lvl8pPr marL="1979930" indent="-132080" algn="l" defTabSz="527685" rtl="0" eaLnBrk="1" latinLnBrk="0" hangingPunct="1">
        <a:lnSpc>
          <a:spcPct val="90000"/>
        </a:lnSpc>
        <a:spcBef>
          <a:spcPct val="58000"/>
        </a:spcBef>
        <a:buFont typeface="Arial" panose="020B0604020202020204" pitchFamily="34" charset="0"/>
        <a:buChar char="•"/>
        <a:defRPr sz="1040" kern="1200">
          <a:solidFill>
            <a:schemeClr val="tx1"/>
          </a:solidFill>
          <a:latin typeface="+mn-lt"/>
          <a:ea typeface="+mn-ea"/>
          <a:cs typeface="+mn-cs"/>
        </a:defRPr>
      </a:lvl8pPr>
      <a:lvl9pPr marL="2244090" indent="-132080" algn="l" defTabSz="527685" rtl="0" eaLnBrk="1" latinLnBrk="0" hangingPunct="1">
        <a:lnSpc>
          <a:spcPct val="90000"/>
        </a:lnSpc>
        <a:spcBef>
          <a:spcPct val="58000"/>
        </a:spcBef>
        <a:buFont typeface="Arial" panose="020B0604020202020204" pitchFamily="34" charset="0"/>
        <a:buChar char="•"/>
        <a:defRPr sz="10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527685" rtl="0" eaLnBrk="1" latinLnBrk="0" hangingPunct="1">
        <a:defRPr sz="1040" kern="1200">
          <a:solidFill>
            <a:schemeClr val="tx1"/>
          </a:solidFill>
          <a:latin typeface="+mn-lt"/>
          <a:ea typeface="+mn-ea"/>
          <a:cs typeface="+mn-cs"/>
        </a:defRPr>
      </a:lvl1pPr>
      <a:lvl2pPr marL="264160" algn="l" defTabSz="527685" rtl="0" eaLnBrk="1" latinLnBrk="0" hangingPunct="1">
        <a:defRPr sz="1040" kern="1200">
          <a:solidFill>
            <a:schemeClr val="tx1"/>
          </a:solidFill>
          <a:latin typeface="+mn-lt"/>
          <a:ea typeface="+mn-ea"/>
          <a:cs typeface="+mn-cs"/>
        </a:defRPr>
      </a:lvl2pPr>
      <a:lvl3pPr marL="527685" algn="l" defTabSz="527685" rtl="0" eaLnBrk="1" latinLnBrk="0" hangingPunct="1">
        <a:defRPr sz="1040" kern="1200">
          <a:solidFill>
            <a:schemeClr val="tx1"/>
          </a:solidFill>
          <a:latin typeface="+mn-lt"/>
          <a:ea typeface="+mn-ea"/>
          <a:cs typeface="+mn-cs"/>
        </a:defRPr>
      </a:lvl3pPr>
      <a:lvl4pPr marL="791845" algn="l" defTabSz="527685" rtl="0" eaLnBrk="1" latinLnBrk="0" hangingPunct="1">
        <a:defRPr sz="1040" kern="1200">
          <a:solidFill>
            <a:schemeClr val="tx1"/>
          </a:solidFill>
          <a:latin typeface="+mn-lt"/>
          <a:ea typeface="+mn-ea"/>
          <a:cs typeface="+mn-cs"/>
        </a:defRPr>
      </a:lvl4pPr>
      <a:lvl5pPr marL="1056005" algn="l" defTabSz="527685" rtl="0" eaLnBrk="1" latinLnBrk="0" hangingPunct="1">
        <a:defRPr sz="1040" kern="1200">
          <a:solidFill>
            <a:schemeClr val="tx1"/>
          </a:solidFill>
          <a:latin typeface="+mn-lt"/>
          <a:ea typeface="+mn-ea"/>
          <a:cs typeface="+mn-cs"/>
        </a:defRPr>
      </a:lvl5pPr>
      <a:lvl6pPr marL="1320165" algn="l" defTabSz="527685" rtl="0" eaLnBrk="1" latinLnBrk="0" hangingPunct="1">
        <a:defRPr sz="1040" kern="1200">
          <a:solidFill>
            <a:schemeClr val="tx1"/>
          </a:solidFill>
          <a:latin typeface="+mn-lt"/>
          <a:ea typeface="+mn-ea"/>
          <a:cs typeface="+mn-cs"/>
        </a:defRPr>
      </a:lvl6pPr>
      <a:lvl7pPr marL="1583690" algn="l" defTabSz="527685" rtl="0" eaLnBrk="1" latinLnBrk="0" hangingPunct="1">
        <a:defRPr sz="1040" kern="1200">
          <a:solidFill>
            <a:schemeClr val="tx1"/>
          </a:solidFill>
          <a:latin typeface="+mn-lt"/>
          <a:ea typeface="+mn-ea"/>
          <a:cs typeface="+mn-cs"/>
        </a:defRPr>
      </a:lvl7pPr>
      <a:lvl8pPr marL="1847850" algn="l" defTabSz="527685" rtl="0" eaLnBrk="1" latinLnBrk="0" hangingPunct="1">
        <a:defRPr sz="1040" kern="1200">
          <a:solidFill>
            <a:schemeClr val="tx1"/>
          </a:solidFill>
          <a:latin typeface="+mn-lt"/>
          <a:ea typeface="+mn-ea"/>
          <a:cs typeface="+mn-cs"/>
        </a:defRPr>
      </a:lvl8pPr>
      <a:lvl9pPr marL="2112010" algn="l" defTabSz="527685" rtl="0" eaLnBrk="1" latinLnBrk="0" hangingPunct="1">
        <a:defRPr sz="10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.bin"/><Relationship Id="rId8" Type="http://schemas.openxmlformats.org/officeDocument/2006/relationships/image" Target="../media/image4.wmf"/><Relationship Id="rId7" Type="http://schemas.openxmlformats.org/officeDocument/2006/relationships/oleObject" Target="../embeddings/oleObject4.bin"/><Relationship Id="rId6" Type="http://schemas.openxmlformats.org/officeDocument/2006/relationships/oleObject" Target="../embeddings/oleObject3.bin"/><Relationship Id="rId5" Type="http://schemas.openxmlformats.org/officeDocument/2006/relationships/image" Target="../media/image3.wmf"/><Relationship Id="rId4" Type="http://schemas.openxmlformats.org/officeDocument/2006/relationships/oleObject" Target="../embeddings/oleObject2.bin"/><Relationship Id="rId3" Type="http://schemas.openxmlformats.org/officeDocument/2006/relationships/image" Target="../media/image2.wmf"/><Relationship Id="rId2" Type="http://schemas.openxmlformats.org/officeDocument/2006/relationships/oleObject" Target="../embeddings/oleObject1.bin"/><Relationship Id="rId11" Type="http://schemas.openxmlformats.org/officeDocument/2006/relationships/vmlDrawing" Target="../drawings/vmlDrawing1.v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76" name="组合 275"/>
          <p:cNvGrpSpPr/>
          <p:nvPr/>
        </p:nvGrpSpPr>
        <p:grpSpPr>
          <a:xfrm>
            <a:off x="64770" y="180975"/>
            <a:ext cx="11912600" cy="3741420"/>
            <a:chOff x="102" y="285"/>
            <a:chExt cx="18760" cy="5892"/>
          </a:xfrm>
        </p:grpSpPr>
        <p:grpSp>
          <p:nvGrpSpPr>
            <p:cNvPr id="73" name="组合 72"/>
            <p:cNvGrpSpPr/>
            <p:nvPr/>
          </p:nvGrpSpPr>
          <p:grpSpPr>
            <a:xfrm>
              <a:off x="102" y="285"/>
              <a:ext cx="18761" cy="5893"/>
              <a:chOff x="102" y="1365"/>
              <a:chExt cx="18761" cy="5893"/>
            </a:xfrm>
          </p:grpSpPr>
          <p:sp>
            <p:nvSpPr>
              <p:cNvPr id="66" name="圆角矩形 65"/>
              <p:cNvSpPr/>
              <p:nvPr/>
            </p:nvSpPr>
            <p:spPr>
              <a:xfrm>
                <a:off x="102" y="1366"/>
                <a:ext cx="8590" cy="5247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5" name="圆角矩形 64"/>
              <p:cNvSpPr/>
              <p:nvPr/>
            </p:nvSpPr>
            <p:spPr>
              <a:xfrm>
                <a:off x="9056" y="1365"/>
                <a:ext cx="9807" cy="5249"/>
              </a:xfrm>
              <a:prstGeom prst="roundRect">
                <a:avLst/>
              </a:prstGeom>
              <a:solidFill>
                <a:schemeClr val="bg2">
                  <a:alpha val="17000"/>
                </a:schemeClr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" name="立方体 3"/>
              <p:cNvSpPr/>
              <p:nvPr/>
            </p:nvSpPr>
            <p:spPr>
              <a:xfrm>
                <a:off x="528" y="3287"/>
                <a:ext cx="985" cy="2185"/>
              </a:xfrm>
              <a:prstGeom prst="cube">
                <a:avLst>
                  <a:gd name="adj" fmla="val 57563"/>
                </a:avLst>
              </a:prstGeom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pic>
            <p:nvPicPr>
              <p:cNvPr id="14" name="图片 13" descr="3D纯净彩色频域图"/>
              <p:cNvPicPr>
                <a:picLocks noChangeAspect="1"/>
              </p:cNvPicPr>
              <p:nvPr/>
            </p:nvPicPr>
            <p:blipFill>
              <a:blip r:embed="rId1"/>
              <a:srcRect l="12210" t="25254" r="8354" b="14656"/>
              <a:stretch>
                <a:fillRect/>
              </a:stretch>
            </p:blipFill>
            <p:spPr>
              <a:xfrm>
                <a:off x="2593" y="3603"/>
                <a:ext cx="1263" cy="955"/>
              </a:xfrm>
              <a:prstGeom prst="rect">
                <a:avLst/>
              </a:prstGeom>
              <a:noFill/>
            </p:spPr>
          </p:pic>
          <p:sp>
            <p:nvSpPr>
              <p:cNvPr id="16" name="流程图: 汇总连接 15"/>
              <p:cNvSpPr/>
              <p:nvPr/>
            </p:nvSpPr>
            <p:spPr>
              <a:xfrm>
                <a:off x="4255" y="3782"/>
                <a:ext cx="590" cy="590"/>
              </a:xfrm>
              <a:prstGeom prst="flowChartSummingJunction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7" name="直接箭头连接符 16"/>
              <p:cNvCxnSpPr>
                <a:stCxn id="14" idx="3"/>
                <a:endCxn id="16" idx="2"/>
              </p:cNvCxnSpPr>
              <p:nvPr/>
            </p:nvCxnSpPr>
            <p:spPr>
              <a:xfrm flipV="1">
                <a:off x="3856" y="4077"/>
                <a:ext cx="399" cy="4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8" name="圆角矩形 17"/>
              <p:cNvSpPr/>
              <p:nvPr/>
            </p:nvSpPr>
            <p:spPr>
              <a:xfrm>
                <a:off x="3936" y="4900"/>
                <a:ext cx="1217" cy="802"/>
              </a:xfrm>
              <a:prstGeom prst="roundRect">
                <a:avLst/>
              </a:prstGeom>
              <a:gradFill>
                <a:gsLst>
                  <a:gs pos="50000">
                    <a:schemeClr val="accent4"/>
                  </a:gs>
                  <a:gs pos="0">
                    <a:schemeClr val="accent4">
                      <a:lumMod val="25000"/>
                      <a:lumOff val="75000"/>
                    </a:schemeClr>
                  </a:gs>
                  <a:gs pos="100000">
                    <a:schemeClr val="accent4">
                      <a:lumMod val="85000"/>
                    </a:schemeClr>
                  </a:gs>
                </a:gsLst>
                <a:lin ang="5400000" scaled="1"/>
              </a:gra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/>
                  <a:t>IBBF</a:t>
                </a:r>
                <a:endParaRPr lang="en-US" altLang="zh-CN"/>
              </a:p>
            </p:txBody>
          </p:sp>
          <p:cxnSp>
            <p:nvCxnSpPr>
              <p:cNvPr id="19" name="直接箭头连接符 18"/>
              <p:cNvCxnSpPr>
                <a:stCxn id="18" idx="0"/>
                <a:endCxn id="16" idx="4"/>
              </p:cNvCxnSpPr>
              <p:nvPr/>
            </p:nvCxnSpPr>
            <p:spPr>
              <a:xfrm flipV="1">
                <a:off x="4545" y="4372"/>
                <a:ext cx="5" cy="52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22" name="流程图: 手动操作 21"/>
              <p:cNvSpPr>
                <a:spLocks noChangeAspect="1"/>
              </p:cNvSpPr>
              <p:nvPr/>
            </p:nvSpPr>
            <p:spPr>
              <a:xfrm rot="5400000">
                <a:off x="4753" y="3937"/>
                <a:ext cx="1263" cy="282"/>
              </a:xfrm>
              <a:prstGeom prst="flowChartManualOperation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400">
                    <a:solidFill>
                      <a:schemeClr val="tx1"/>
                    </a:solidFill>
                  </a:rPr>
                  <a:t>IFFT</a:t>
                </a:r>
                <a:endParaRPr lang="en-US" altLang="zh-CN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流程图: 手动操作 22"/>
              <p:cNvSpPr>
                <a:spLocks noChangeAspect="1"/>
              </p:cNvSpPr>
              <p:nvPr/>
            </p:nvSpPr>
            <p:spPr>
              <a:xfrm rot="16200000">
                <a:off x="1410" y="3937"/>
                <a:ext cx="1263" cy="282"/>
              </a:xfrm>
              <a:prstGeom prst="flowChartManualOperation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400">
                    <a:solidFill>
                      <a:schemeClr val="tx1"/>
                    </a:solidFill>
                  </a:rPr>
                  <a:t>FFT</a:t>
                </a:r>
                <a:endParaRPr lang="en-US" altLang="zh-CN" sz="140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4" name="直接箭头连接符 23"/>
              <p:cNvCxnSpPr>
                <a:stCxn id="4" idx="5"/>
                <a:endCxn id="23" idx="0"/>
              </p:cNvCxnSpPr>
              <p:nvPr/>
            </p:nvCxnSpPr>
            <p:spPr>
              <a:xfrm flipV="1">
                <a:off x="1513" y="4078"/>
                <a:ext cx="388" cy="1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5" name="直接箭头连接符 24"/>
              <p:cNvCxnSpPr>
                <a:stCxn id="23" idx="2"/>
                <a:endCxn id="14" idx="1"/>
              </p:cNvCxnSpPr>
              <p:nvPr/>
            </p:nvCxnSpPr>
            <p:spPr>
              <a:xfrm>
                <a:off x="2183" y="4078"/>
                <a:ext cx="410" cy="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6" name="直接箭头连接符 25"/>
              <p:cNvCxnSpPr>
                <a:stCxn id="16" idx="6"/>
                <a:endCxn id="22" idx="2"/>
              </p:cNvCxnSpPr>
              <p:nvPr/>
            </p:nvCxnSpPr>
            <p:spPr>
              <a:xfrm>
                <a:off x="4845" y="4077"/>
                <a:ext cx="399" cy="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27" name="圆角矩形 26"/>
              <p:cNvSpPr/>
              <p:nvPr/>
            </p:nvSpPr>
            <p:spPr>
              <a:xfrm>
                <a:off x="5834" y="1672"/>
                <a:ext cx="1160" cy="776"/>
              </a:xfrm>
              <a:prstGeom prst="round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/>
                  <a:t>C</a:t>
                </a:r>
                <a:r>
                  <a:rPr lang="en-US" altLang="zh-CN"/>
                  <a:t>BR</a:t>
                </a:r>
                <a:endParaRPr lang="en-US" altLang="zh-CN"/>
              </a:p>
            </p:txBody>
          </p:sp>
          <p:cxnSp>
            <p:nvCxnSpPr>
              <p:cNvPr id="28" name="肘形连接符 27"/>
              <p:cNvCxnSpPr>
                <a:stCxn id="4" idx="0"/>
                <a:endCxn id="27" idx="1"/>
              </p:cNvCxnSpPr>
              <p:nvPr/>
            </p:nvCxnSpPr>
            <p:spPr>
              <a:xfrm rot="16200000">
                <a:off x="2956" y="409"/>
                <a:ext cx="1227" cy="4530"/>
              </a:xfrm>
              <a:prstGeom prst="bentConnector2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29" name="圆角矩形 28"/>
              <p:cNvSpPr/>
              <p:nvPr/>
            </p:nvSpPr>
            <p:spPr>
              <a:xfrm>
                <a:off x="5834" y="3693"/>
                <a:ext cx="1160" cy="776"/>
              </a:xfrm>
              <a:prstGeom prst="round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/>
                  <a:t>C</a:t>
                </a:r>
                <a:r>
                  <a:rPr lang="en-US" altLang="zh-CN"/>
                  <a:t>BR</a:t>
                </a:r>
                <a:endParaRPr lang="en-US" altLang="zh-CN"/>
              </a:p>
            </p:txBody>
          </p:sp>
          <p:sp>
            <p:nvSpPr>
              <p:cNvPr id="30" name="圆角矩形 29"/>
              <p:cNvSpPr/>
              <p:nvPr/>
            </p:nvSpPr>
            <p:spPr>
              <a:xfrm>
                <a:off x="7292" y="3693"/>
                <a:ext cx="1160" cy="776"/>
              </a:xfrm>
              <a:prstGeom prst="round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/>
                  <a:t>C</a:t>
                </a:r>
                <a:r>
                  <a:rPr lang="en-US" altLang="zh-CN"/>
                  <a:t>BR</a:t>
                </a:r>
                <a:endParaRPr lang="en-US" altLang="zh-CN"/>
              </a:p>
            </p:txBody>
          </p:sp>
          <p:cxnSp>
            <p:nvCxnSpPr>
              <p:cNvPr id="33" name="直接箭头连接符 32"/>
              <p:cNvCxnSpPr>
                <a:stCxn id="22" idx="0"/>
                <a:endCxn id="29" idx="1"/>
              </p:cNvCxnSpPr>
              <p:nvPr/>
            </p:nvCxnSpPr>
            <p:spPr>
              <a:xfrm>
                <a:off x="5526" y="4078"/>
                <a:ext cx="308" cy="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35" name="立方体 34"/>
              <p:cNvSpPr/>
              <p:nvPr/>
            </p:nvSpPr>
            <p:spPr>
              <a:xfrm>
                <a:off x="9166" y="2716"/>
                <a:ext cx="985" cy="2185"/>
              </a:xfrm>
              <a:prstGeom prst="cube">
                <a:avLst>
                  <a:gd name="adj" fmla="val 57563"/>
                </a:avLst>
              </a:prstGeom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36" name="直接箭头连接符 35"/>
              <p:cNvCxnSpPr>
                <a:stCxn id="30" idx="3"/>
                <a:endCxn id="35" idx="2"/>
              </p:cNvCxnSpPr>
              <p:nvPr/>
            </p:nvCxnSpPr>
            <p:spPr>
              <a:xfrm>
                <a:off x="8452" y="4081"/>
                <a:ext cx="714" cy="1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37" name="圆角矩形 36"/>
              <p:cNvSpPr/>
              <p:nvPr/>
            </p:nvSpPr>
            <p:spPr>
              <a:xfrm>
                <a:off x="10750" y="1866"/>
                <a:ext cx="378" cy="565"/>
              </a:xfrm>
              <a:prstGeom prst="roundRect">
                <a:avLst/>
              </a:prstGeom>
              <a:gradFill>
                <a:gsLst>
                  <a:gs pos="50000">
                    <a:schemeClr val="accent4"/>
                  </a:gs>
                  <a:gs pos="0">
                    <a:schemeClr val="accent4">
                      <a:lumMod val="25000"/>
                      <a:lumOff val="75000"/>
                    </a:schemeClr>
                  </a:gs>
                  <a:gs pos="100000">
                    <a:schemeClr val="accent4">
                      <a:lumMod val="85000"/>
                    </a:schemeClr>
                  </a:gs>
                </a:gsLst>
                <a:lin ang="5400000" scaled="1"/>
              </a:gra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>
                    <a:solidFill>
                      <a:schemeClr val="bg1"/>
                    </a:solidFill>
                  </a:rPr>
                  <a:t>G</a:t>
                </a:r>
                <a:endParaRPr lang="en-US" altLang="zh-CN">
                  <a:solidFill>
                    <a:schemeClr val="bg1"/>
                  </a:solidFill>
                </a:endParaRPr>
              </a:p>
            </p:txBody>
          </p:sp>
          <p:sp>
            <p:nvSpPr>
              <p:cNvPr id="38" name="圆角矩形 37"/>
              <p:cNvSpPr/>
              <p:nvPr/>
            </p:nvSpPr>
            <p:spPr>
              <a:xfrm>
                <a:off x="10750" y="2854"/>
                <a:ext cx="378" cy="565"/>
              </a:xfrm>
              <a:prstGeom prst="roundRect">
                <a:avLst/>
              </a:prstGeom>
              <a:gradFill>
                <a:gsLst>
                  <a:gs pos="50000">
                    <a:schemeClr val="accent4"/>
                  </a:gs>
                  <a:gs pos="0">
                    <a:schemeClr val="accent4">
                      <a:lumMod val="25000"/>
                      <a:lumOff val="75000"/>
                    </a:schemeClr>
                  </a:gs>
                  <a:gs pos="100000">
                    <a:schemeClr val="accent4">
                      <a:lumMod val="85000"/>
                    </a:schemeClr>
                  </a:gs>
                </a:gsLst>
                <a:lin ang="5400000" scaled="1"/>
              </a:gra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>
                    <a:solidFill>
                      <a:schemeClr val="bg1"/>
                    </a:solidFill>
                  </a:rPr>
                  <a:t>G</a:t>
                </a:r>
                <a:endParaRPr lang="en-US" altLang="zh-CN">
                  <a:solidFill>
                    <a:schemeClr val="bg1"/>
                  </a:solidFill>
                </a:endParaRPr>
              </a:p>
            </p:txBody>
          </p:sp>
          <p:sp>
            <p:nvSpPr>
              <p:cNvPr id="39" name="圆角矩形 38"/>
              <p:cNvSpPr/>
              <p:nvPr/>
            </p:nvSpPr>
            <p:spPr>
              <a:xfrm>
                <a:off x="10755" y="3843"/>
                <a:ext cx="378" cy="565"/>
              </a:xfrm>
              <a:prstGeom prst="roundRect">
                <a:avLst/>
              </a:prstGeom>
              <a:gradFill>
                <a:gsLst>
                  <a:gs pos="50000">
                    <a:schemeClr val="accent4"/>
                  </a:gs>
                  <a:gs pos="0">
                    <a:schemeClr val="accent4">
                      <a:lumMod val="25000"/>
                      <a:lumOff val="75000"/>
                    </a:schemeClr>
                  </a:gs>
                  <a:gs pos="100000">
                    <a:schemeClr val="accent4">
                      <a:lumMod val="85000"/>
                    </a:schemeClr>
                  </a:gs>
                </a:gsLst>
                <a:lin ang="5400000" scaled="1"/>
              </a:gra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>
                    <a:solidFill>
                      <a:schemeClr val="bg1"/>
                    </a:solidFill>
                  </a:rPr>
                  <a:t>G</a:t>
                </a:r>
                <a:endParaRPr lang="en-US" altLang="zh-CN">
                  <a:solidFill>
                    <a:schemeClr val="bg1"/>
                  </a:solidFill>
                </a:endParaRPr>
              </a:p>
            </p:txBody>
          </p:sp>
          <p:sp>
            <p:nvSpPr>
              <p:cNvPr id="40" name="圆角矩形 39"/>
              <p:cNvSpPr/>
              <p:nvPr/>
            </p:nvSpPr>
            <p:spPr>
              <a:xfrm>
                <a:off x="10755" y="4832"/>
                <a:ext cx="378" cy="565"/>
              </a:xfrm>
              <a:prstGeom prst="roundRect">
                <a:avLst/>
              </a:prstGeom>
              <a:gradFill>
                <a:gsLst>
                  <a:gs pos="50000">
                    <a:schemeClr val="accent4"/>
                  </a:gs>
                  <a:gs pos="0">
                    <a:schemeClr val="accent4">
                      <a:lumMod val="25000"/>
                      <a:lumOff val="75000"/>
                    </a:schemeClr>
                  </a:gs>
                  <a:gs pos="100000">
                    <a:schemeClr val="accent4">
                      <a:lumMod val="85000"/>
                    </a:schemeClr>
                  </a:gs>
                </a:gsLst>
                <a:lin ang="5400000" scaled="1"/>
              </a:gra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>
                    <a:solidFill>
                      <a:schemeClr val="bg1"/>
                    </a:solidFill>
                  </a:rPr>
                  <a:t>G</a:t>
                </a:r>
                <a:endParaRPr lang="en-US" altLang="zh-CN">
                  <a:solidFill>
                    <a:schemeClr val="bg1"/>
                  </a:solidFill>
                </a:endParaRPr>
              </a:p>
            </p:txBody>
          </p:sp>
          <p:sp>
            <p:nvSpPr>
              <p:cNvPr id="47" name="圆角矩形 46"/>
              <p:cNvSpPr/>
              <p:nvPr/>
            </p:nvSpPr>
            <p:spPr>
              <a:xfrm>
                <a:off x="14404" y="3249"/>
                <a:ext cx="1216" cy="776"/>
              </a:xfrm>
              <a:prstGeom prst="roundRect">
                <a:avLst/>
              </a:prstGeom>
              <a:gradFill>
                <a:gsLst>
                  <a:gs pos="50000">
                    <a:schemeClr val="accent4"/>
                  </a:gs>
                  <a:gs pos="0">
                    <a:schemeClr val="accent4">
                      <a:lumMod val="25000"/>
                      <a:lumOff val="75000"/>
                    </a:schemeClr>
                  </a:gs>
                  <a:gs pos="100000">
                    <a:schemeClr val="accent4">
                      <a:lumMod val="85000"/>
                    </a:schemeClr>
                  </a:gs>
                </a:gsLst>
                <a:lin ang="5400000" scaled="1"/>
              </a:gra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600"/>
                  <a:t>FBlock</a:t>
                </a:r>
                <a:endParaRPr lang="en-US" altLang="zh-CN" sz="1600"/>
              </a:p>
            </p:txBody>
          </p:sp>
          <p:sp>
            <p:nvSpPr>
              <p:cNvPr id="6" name="流程图: 或者 5"/>
              <p:cNvSpPr>
                <a:spLocks noChangeAspect="1"/>
              </p:cNvSpPr>
              <p:nvPr/>
            </p:nvSpPr>
            <p:spPr>
              <a:xfrm>
                <a:off x="13484" y="3353"/>
                <a:ext cx="568" cy="568"/>
              </a:xfrm>
              <a:prstGeom prst="flowChartOr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7" name="肘形连接符 6"/>
              <p:cNvCxnSpPr>
                <a:stCxn id="35" idx="5"/>
                <a:endCxn id="37" idx="1"/>
              </p:cNvCxnSpPr>
              <p:nvPr/>
            </p:nvCxnSpPr>
            <p:spPr>
              <a:xfrm flipV="1">
                <a:off x="10151" y="2149"/>
                <a:ext cx="599" cy="1376"/>
              </a:xfrm>
              <a:prstGeom prst="bentConnector3">
                <a:avLst>
                  <a:gd name="adj1" fmla="val 50083"/>
                </a:avLst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8" name="肘形连接符 7"/>
              <p:cNvCxnSpPr>
                <a:stCxn id="35" idx="5"/>
                <a:endCxn id="38" idx="1"/>
              </p:cNvCxnSpPr>
              <p:nvPr/>
            </p:nvCxnSpPr>
            <p:spPr>
              <a:xfrm flipV="1">
                <a:off x="10151" y="3137"/>
                <a:ext cx="599" cy="388"/>
              </a:xfrm>
              <a:prstGeom prst="bentConnector3">
                <a:avLst>
                  <a:gd name="adj1" fmla="val 50083"/>
                </a:avLst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9" name="肘形连接符 8"/>
              <p:cNvCxnSpPr>
                <a:stCxn id="35" idx="5"/>
                <a:endCxn id="39" idx="1"/>
              </p:cNvCxnSpPr>
              <p:nvPr/>
            </p:nvCxnSpPr>
            <p:spPr>
              <a:xfrm>
                <a:off x="10151" y="3525"/>
                <a:ext cx="604" cy="601"/>
              </a:xfrm>
              <a:prstGeom prst="bentConnector3">
                <a:avLst>
                  <a:gd name="adj1" fmla="val 50000"/>
                </a:avLst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0" name="肘形连接符 9"/>
              <p:cNvCxnSpPr>
                <a:stCxn id="35" idx="5"/>
                <a:endCxn id="40" idx="1"/>
              </p:cNvCxnSpPr>
              <p:nvPr/>
            </p:nvCxnSpPr>
            <p:spPr>
              <a:xfrm>
                <a:off x="10151" y="3525"/>
                <a:ext cx="604" cy="1590"/>
              </a:xfrm>
              <a:prstGeom prst="bentConnector3">
                <a:avLst>
                  <a:gd name="adj1" fmla="val 50000"/>
                </a:avLst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5" name="直接箭头连接符 14"/>
              <p:cNvCxnSpPr>
                <a:stCxn id="39" idx="3"/>
                <a:endCxn id="44" idx="1"/>
              </p:cNvCxnSpPr>
              <p:nvPr/>
            </p:nvCxnSpPr>
            <p:spPr>
              <a:xfrm flipV="1">
                <a:off x="11133" y="4125"/>
                <a:ext cx="346" cy="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1" name="肘形连接符 20"/>
              <p:cNvCxnSpPr>
                <a:endCxn id="6" idx="1"/>
              </p:cNvCxnSpPr>
              <p:nvPr/>
            </p:nvCxnSpPr>
            <p:spPr>
              <a:xfrm>
                <a:off x="13170" y="3160"/>
                <a:ext cx="397" cy="276"/>
              </a:xfrm>
              <a:prstGeom prst="bentConnector2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1" name="肘形连接符 40"/>
              <p:cNvCxnSpPr>
                <a:stCxn id="44" idx="3"/>
                <a:endCxn id="6" idx="3"/>
              </p:cNvCxnSpPr>
              <p:nvPr/>
            </p:nvCxnSpPr>
            <p:spPr>
              <a:xfrm flipV="1">
                <a:off x="13047" y="3838"/>
                <a:ext cx="520" cy="287"/>
              </a:xfrm>
              <a:prstGeom prst="bentConnector2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6" name="肘形连接符 45"/>
              <p:cNvCxnSpPr>
                <a:endCxn id="6" idx="4"/>
              </p:cNvCxnSpPr>
              <p:nvPr/>
            </p:nvCxnSpPr>
            <p:spPr>
              <a:xfrm rot="16200000">
                <a:off x="12952" y="4258"/>
                <a:ext cx="1152" cy="479"/>
              </a:xfrm>
              <a:prstGeom prst="bentConnector3">
                <a:avLst>
                  <a:gd name="adj1" fmla="val 1519"/>
                </a:avLst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8" name="直接箭头连接符 47"/>
              <p:cNvCxnSpPr>
                <a:stCxn id="6" idx="6"/>
                <a:endCxn id="47" idx="1"/>
              </p:cNvCxnSpPr>
              <p:nvPr/>
            </p:nvCxnSpPr>
            <p:spPr>
              <a:xfrm>
                <a:off x="14052" y="3637"/>
                <a:ext cx="352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49" name="流程图: 汇总连接 48"/>
              <p:cNvSpPr/>
              <p:nvPr/>
            </p:nvSpPr>
            <p:spPr>
              <a:xfrm>
                <a:off x="16010" y="3354"/>
                <a:ext cx="567" cy="567"/>
              </a:xfrm>
              <a:prstGeom prst="flowChartSummingJunction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50" name="直接箭头连接符 49"/>
              <p:cNvCxnSpPr>
                <a:stCxn id="47" idx="3"/>
                <a:endCxn id="49" idx="2"/>
              </p:cNvCxnSpPr>
              <p:nvPr/>
            </p:nvCxnSpPr>
            <p:spPr>
              <a:xfrm>
                <a:off x="15620" y="3637"/>
                <a:ext cx="390" cy="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52" name="立方体 51"/>
              <p:cNvSpPr/>
              <p:nvPr/>
            </p:nvSpPr>
            <p:spPr>
              <a:xfrm>
                <a:off x="16997" y="2715"/>
                <a:ext cx="985" cy="2185"/>
              </a:xfrm>
              <a:prstGeom prst="cube">
                <a:avLst>
                  <a:gd name="adj" fmla="val 57563"/>
                </a:avLst>
              </a:prstGeom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54" name="直接箭头连接符 53"/>
              <p:cNvCxnSpPr>
                <a:stCxn id="49" idx="6"/>
              </p:cNvCxnSpPr>
              <p:nvPr/>
            </p:nvCxnSpPr>
            <p:spPr>
              <a:xfrm>
                <a:off x="16577" y="3638"/>
                <a:ext cx="417" cy="1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grpSp>
            <p:nvGrpSpPr>
              <p:cNvPr id="122" name="组合 121"/>
              <p:cNvGrpSpPr>
                <a:grpSpLocks noChangeAspect="1"/>
              </p:cNvGrpSpPr>
              <p:nvPr/>
            </p:nvGrpSpPr>
            <p:grpSpPr>
              <a:xfrm>
                <a:off x="11351" y="1788"/>
                <a:ext cx="1911" cy="764"/>
                <a:chOff x="7707" y="6217"/>
                <a:chExt cx="5396" cy="2158"/>
              </a:xfrm>
              <a:solidFill>
                <a:schemeClr val="bg2">
                  <a:lumMod val="90000"/>
                </a:schemeClr>
              </a:solidFill>
            </p:grpSpPr>
            <p:sp>
              <p:nvSpPr>
                <p:cNvPr id="58" name="矩形 57"/>
                <p:cNvSpPr/>
                <p:nvPr/>
              </p:nvSpPr>
              <p:spPr>
                <a:xfrm rot="660000">
                  <a:off x="11082" y="6360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59" name="矩形 58"/>
                <p:cNvSpPr/>
                <p:nvPr/>
              </p:nvSpPr>
              <p:spPr>
                <a:xfrm rot="660000">
                  <a:off x="11326" y="6601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60" name="矩形 59"/>
                <p:cNvSpPr/>
                <p:nvPr/>
              </p:nvSpPr>
              <p:spPr>
                <a:xfrm rot="660000">
                  <a:off x="11559" y="6835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61" name="矩形 60"/>
                <p:cNvSpPr/>
                <p:nvPr/>
              </p:nvSpPr>
              <p:spPr>
                <a:xfrm rot="660000">
                  <a:off x="11791" y="7076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62" name="矩形 61"/>
                <p:cNvSpPr/>
                <p:nvPr/>
              </p:nvSpPr>
              <p:spPr>
                <a:xfrm rot="660000">
                  <a:off x="12032" y="7315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63" name="矩形 62"/>
                <p:cNvSpPr/>
                <p:nvPr/>
              </p:nvSpPr>
              <p:spPr>
                <a:xfrm rot="660000">
                  <a:off x="12281" y="7557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64" name="矩形 63"/>
                <p:cNvSpPr/>
                <p:nvPr/>
              </p:nvSpPr>
              <p:spPr>
                <a:xfrm rot="660000">
                  <a:off x="12535" y="7809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80" name="矩形 79"/>
                <p:cNvSpPr/>
                <p:nvPr/>
              </p:nvSpPr>
              <p:spPr>
                <a:xfrm rot="660000">
                  <a:off x="10523" y="6340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81" name="矩形 80"/>
                <p:cNvSpPr/>
                <p:nvPr/>
              </p:nvSpPr>
              <p:spPr>
                <a:xfrm rot="660000">
                  <a:off x="10767" y="6581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82" name="矩形 81"/>
                <p:cNvSpPr/>
                <p:nvPr/>
              </p:nvSpPr>
              <p:spPr>
                <a:xfrm rot="660000">
                  <a:off x="11000" y="6815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83" name="矩形 82"/>
                <p:cNvSpPr/>
                <p:nvPr/>
              </p:nvSpPr>
              <p:spPr>
                <a:xfrm rot="660000">
                  <a:off x="11232" y="7056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84" name="矩形 83"/>
                <p:cNvSpPr/>
                <p:nvPr/>
              </p:nvSpPr>
              <p:spPr>
                <a:xfrm rot="660000">
                  <a:off x="11473" y="7295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85" name="矩形 84"/>
                <p:cNvSpPr/>
                <p:nvPr/>
              </p:nvSpPr>
              <p:spPr>
                <a:xfrm rot="660000">
                  <a:off x="11722" y="7537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86" name="矩形 85"/>
                <p:cNvSpPr/>
                <p:nvPr/>
              </p:nvSpPr>
              <p:spPr>
                <a:xfrm rot="660000">
                  <a:off x="11976" y="7789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87" name="矩形 86"/>
                <p:cNvSpPr/>
                <p:nvPr/>
              </p:nvSpPr>
              <p:spPr>
                <a:xfrm rot="660000">
                  <a:off x="9957" y="6314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88" name="矩形 87"/>
                <p:cNvSpPr/>
                <p:nvPr/>
              </p:nvSpPr>
              <p:spPr>
                <a:xfrm rot="660000">
                  <a:off x="10201" y="6555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89" name="矩形 88"/>
                <p:cNvSpPr/>
                <p:nvPr/>
              </p:nvSpPr>
              <p:spPr>
                <a:xfrm rot="660000">
                  <a:off x="10434" y="6789"/>
                  <a:ext cx="568" cy="567"/>
                </a:xfrm>
                <a:prstGeom prst="rect">
                  <a:avLst/>
                </a:prstGeom>
                <a:solidFill>
                  <a:schemeClr val="accent1"/>
                </a:solidFill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90" name="矩形 89"/>
                <p:cNvSpPr/>
                <p:nvPr/>
              </p:nvSpPr>
              <p:spPr>
                <a:xfrm rot="660000">
                  <a:off x="10666" y="7030"/>
                  <a:ext cx="568" cy="567"/>
                </a:xfrm>
                <a:prstGeom prst="rect">
                  <a:avLst/>
                </a:prstGeom>
                <a:solidFill>
                  <a:schemeClr val="accent1"/>
                </a:solidFill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91" name="矩形 90"/>
                <p:cNvSpPr/>
                <p:nvPr/>
              </p:nvSpPr>
              <p:spPr>
                <a:xfrm rot="660000">
                  <a:off x="10907" y="7269"/>
                  <a:ext cx="568" cy="567"/>
                </a:xfrm>
                <a:prstGeom prst="rect">
                  <a:avLst/>
                </a:prstGeom>
                <a:solidFill>
                  <a:schemeClr val="accent1"/>
                </a:solidFill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92" name="矩形 91"/>
                <p:cNvSpPr/>
                <p:nvPr/>
              </p:nvSpPr>
              <p:spPr>
                <a:xfrm rot="660000">
                  <a:off x="11156" y="7511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93" name="矩形 92"/>
                <p:cNvSpPr/>
                <p:nvPr/>
              </p:nvSpPr>
              <p:spPr>
                <a:xfrm rot="660000">
                  <a:off x="11410" y="7763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94" name="矩形 93"/>
                <p:cNvSpPr/>
                <p:nvPr/>
              </p:nvSpPr>
              <p:spPr>
                <a:xfrm rot="660000">
                  <a:off x="9384" y="6291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95" name="矩形 94"/>
                <p:cNvSpPr/>
                <p:nvPr/>
              </p:nvSpPr>
              <p:spPr>
                <a:xfrm rot="660000">
                  <a:off x="9628" y="6532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96" name="矩形 95"/>
                <p:cNvSpPr/>
                <p:nvPr/>
              </p:nvSpPr>
              <p:spPr>
                <a:xfrm rot="660000">
                  <a:off x="9861" y="6766"/>
                  <a:ext cx="568" cy="567"/>
                </a:xfrm>
                <a:prstGeom prst="rect">
                  <a:avLst/>
                </a:prstGeom>
                <a:solidFill>
                  <a:schemeClr val="accent1"/>
                </a:solidFill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97" name="矩形 96"/>
                <p:cNvSpPr/>
                <p:nvPr/>
              </p:nvSpPr>
              <p:spPr>
                <a:xfrm rot="660000">
                  <a:off x="10093" y="7007"/>
                  <a:ext cx="568" cy="567"/>
                </a:xfrm>
                <a:prstGeom prst="rect">
                  <a:avLst/>
                </a:prstGeom>
                <a:solidFill>
                  <a:schemeClr val="accent1"/>
                </a:solidFill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98" name="矩形 97"/>
                <p:cNvSpPr/>
                <p:nvPr/>
              </p:nvSpPr>
              <p:spPr>
                <a:xfrm rot="660000">
                  <a:off x="10334" y="7246"/>
                  <a:ext cx="568" cy="567"/>
                </a:xfrm>
                <a:prstGeom prst="rect">
                  <a:avLst/>
                </a:prstGeom>
                <a:solidFill>
                  <a:schemeClr val="accent1"/>
                </a:solidFill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99" name="矩形 98"/>
                <p:cNvSpPr/>
                <p:nvPr/>
              </p:nvSpPr>
              <p:spPr>
                <a:xfrm rot="660000">
                  <a:off x="10583" y="7488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00" name="矩形 99"/>
                <p:cNvSpPr/>
                <p:nvPr/>
              </p:nvSpPr>
              <p:spPr>
                <a:xfrm rot="660000">
                  <a:off x="10837" y="7740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01" name="矩形 100"/>
                <p:cNvSpPr/>
                <p:nvPr/>
              </p:nvSpPr>
              <p:spPr>
                <a:xfrm rot="660000">
                  <a:off x="8814" y="6268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02" name="矩形 101"/>
                <p:cNvSpPr/>
                <p:nvPr/>
              </p:nvSpPr>
              <p:spPr>
                <a:xfrm rot="660000">
                  <a:off x="9058" y="6509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03" name="矩形 102"/>
                <p:cNvSpPr/>
                <p:nvPr/>
              </p:nvSpPr>
              <p:spPr>
                <a:xfrm rot="660000">
                  <a:off x="9291" y="6743"/>
                  <a:ext cx="568" cy="567"/>
                </a:xfrm>
                <a:prstGeom prst="rect">
                  <a:avLst/>
                </a:prstGeom>
                <a:solidFill>
                  <a:schemeClr val="accent1"/>
                </a:solidFill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04" name="矩形 103"/>
                <p:cNvSpPr/>
                <p:nvPr/>
              </p:nvSpPr>
              <p:spPr>
                <a:xfrm rot="660000">
                  <a:off x="9523" y="6984"/>
                  <a:ext cx="568" cy="567"/>
                </a:xfrm>
                <a:prstGeom prst="rect">
                  <a:avLst/>
                </a:prstGeom>
                <a:solidFill>
                  <a:schemeClr val="accent1"/>
                </a:solidFill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05" name="矩形 104"/>
                <p:cNvSpPr/>
                <p:nvPr/>
              </p:nvSpPr>
              <p:spPr>
                <a:xfrm rot="660000">
                  <a:off x="9764" y="7223"/>
                  <a:ext cx="568" cy="567"/>
                </a:xfrm>
                <a:prstGeom prst="rect">
                  <a:avLst/>
                </a:prstGeom>
                <a:solidFill>
                  <a:schemeClr val="accent1"/>
                </a:solidFill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06" name="矩形 105"/>
                <p:cNvSpPr/>
                <p:nvPr/>
              </p:nvSpPr>
              <p:spPr>
                <a:xfrm rot="660000">
                  <a:off x="10013" y="7465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07" name="矩形 106"/>
                <p:cNvSpPr/>
                <p:nvPr/>
              </p:nvSpPr>
              <p:spPr>
                <a:xfrm rot="660000">
                  <a:off x="10267" y="7717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08" name="矩形 107"/>
                <p:cNvSpPr/>
                <p:nvPr/>
              </p:nvSpPr>
              <p:spPr>
                <a:xfrm rot="660000">
                  <a:off x="8253" y="6240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09" name="矩形 108"/>
                <p:cNvSpPr/>
                <p:nvPr/>
              </p:nvSpPr>
              <p:spPr>
                <a:xfrm rot="660000">
                  <a:off x="8497" y="6481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10" name="矩形 109"/>
                <p:cNvSpPr/>
                <p:nvPr/>
              </p:nvSpPr>
              <p:spPr>
                <a:xfrm rot="660000">
                  <a:off x="8730" y="6715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11" name="矩形 110"/>
                <p:cNvSpPr/>
                <p:nvPr/>
              </p:nvSpPr>
              <p:spPr>
                <a:xfrm rot="660000">
                  <a:off x="8962" y="6956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12" name="矩形 111"/>
                <p:cNvSpPr/>
                <p:nvPr/>
              </p:nvSpPr>
              <p:spPr>
                <a:xfrm rot="660000">
                  <a:off x="9203" y="7195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13" name="矩形 112"/>
                <p:cNvSpPr/>
                <p:nvPr/>
              </p:nvSpPr>
              <p:spPr>
                <a:xfrm rot="660000">
                  <a:off x="9452" y="7437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14" name="矩形 113"/>
                <p:cNvSpPr/>
                <p:nvPr/>
              </p:nvSpPr>
              <p:spPr>
                <a:xfrm rot="660000">
                  <a:off x="9706" y="7689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15" name="矩形 114"/>
                <p:cNvSpPr/>
                <p:nvPr/>
              </p:nvSpPr>
              <p:spPr>
                <a:xfrm rot="660000">
                  <a:off x="7707" y="6217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16" name="矩形 115"/>
                <p:cNvSpPr/>
                <p:nvPr/>
              </p:nvSpPr>
              <p:spPr>
                <a:xfrm rot="660000">
                  <a:off x="7951" y="6458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17" name="矩形 116"/>
                <p:cNvSpPr/>
                <p:nvPr/>
              </p:nvSpPr>
              <p:spPr>
                <a:xfrm rot="660000">
                  <a:off x="8184" y="6692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18" name="矩形 117"/>
                <p:cNvSpPr/>
                <p:nvPr/>
              </p:nvSpPr>
              <p:spPr>
                <a:xfrm rot="660000">
                  <a:off x="8416" y="6933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19" name="矩形 118"/>
                <p:cNvSpPr/>
                <p:nvPr/>
              </p:nvSpPr>
              <p:spPr>
                <a:xfrm rot="660000">
                  <a:off x="8657" y="7172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20" name="矩形 119"/>
                <p:cNvSpPr/>
                <p:nvPr/>
              </p:nvSpPr>
              <p:spPr>
                <a:xfrm rot="660000">
                  <a:off x="8906" y="7414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21" name="矩形 120"/>
                <p:cNvSpPr/>
                <p:nvPr/>
              </p:nvSpPr>
              <p:spPr>
                <a:xfrm rot="660000">
                  <a:off x="9160" y="7666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23" name="组合 122"/>
              <p:cNvGrpSpPr>
                <a:grpSpLocks noChangeAspect="1"/>
              </p:cNvGrpSpPr>
              <p:nvPr/>
            </p:nvGrpSpPr>
            <p:grpSpPr>
              <a:xfrm>
                <a:off x="11306" y="2743"/>
                <a:ext cx="2006" cy="802"/>
                <a:chOff x="7707" y="6217"/>
                <a:chExt cx="5396" cy="2158"/>
              </a:xfrm>
              <a:solidFill>
                <a:schemeClr val="bg2">
                  <a:lumMod val="90000"/>
                </a:schemeClr>
              </a:solidFill>
            </p:grpSpPr>
            <p:sp>
              <p:nvSpPr>
                <p:cNvPr id="124" name="矩形 123"/>
                <p:cNvSpPr/>
                <p:nvPr/>
              </p:nvSpPr>
              <p:spPr>
                <a:xfrm rot="660000">
                  <a:off x="11082" y="6360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25" name="矩形 124"/>
                <p:cNvSpPr/>
                <p:nvPr/>
              </p:nvSpPr>
              <p:spPr>
                <a:xfrm rot="660000">
                  <a:off x="11326" y="6601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26" name="矩形 125"/>
                <p:cNvSpPr/>
                <p:nvPr/>
              </p:nvSpPr>
              <p:spPr>
                <a:xfrm rot="660000">
                  <a:off x="11559" y="6835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27" name="矩形 126"/>
                <p:cNvSpPr/>
                <p:nvPr/>
              </p:nvSpPr>
              <p:spPr>
                <a:xfrm rot="660000">
                  <a:off x="11791" y="7076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28" name="矩形 127"/>
                <p:cNvSpPr/>
                <p:nvPr/>
              </p:nvSpPr>
              <p:spPr>
                <a:xfrm rot="660000">
                  <a:off x="12032" y="7315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29" name="矩形 128"/>
                <p:cNvSpPr/>
                <p:nvPr/>
              </p:nvSpPr>
              <p:spPr>
                <a:xfrm rot="660000">
                  <a:off x="12281" y="7557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30" name="矩形 129"/>
                <p:cNvSpPr/>
                <p:nvPr/>
              </p:nvSpPr>
              <p:spPr>
                <a:xfrm rot="660000">
                  <a:off x="12535" y="7809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31" name="矩形 130"/>
                <p:cNvSpPr/>
                <p:nvPr/>
              </p:nvSpPr>
              <p:spPr>
                <a:xfrm rot="660000">
                  <a:off x="10523" y="6340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32" name="矩形 131"/>
                <p:cNvSpPr/>
                <p:nvPr/>
              </p:nvSpPr>
              <p:spPr>
                <a:xfrm rot="660000">
                  <a:off x="10767" y="6581"/>
                  <a:ext cx="568" cy="567"/>
                </a:xfrm>
                <a:prstGeom prst="rect">
                  <a:avLst/>
                </a:prstGeom>
                <a:solidFill>
                  <a:schemeClr val="accent1"/>
                </a:solidFill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33" name="矩形 132"/>
                <p:cNvSpPr/>
                <p:nvPr/>
              </p:nvSpPr>
              <p:spPr>
                <a:xfrm rot="660000">
                  <a:off x="11000" y="6815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34" name="矩形 133"/>
                <p:cNvSpPr/>
                <p:nvPr/>
              </p:nvSpPr>
              <p:spPr>
                <a:xfrm rot="660000">
                  <a:off x="11232" y="7056"/>
                  <a:ext cx="568" cy="567"/>
                </a:xfrm>
                <a:prstGeom prst="rect">
                  <a:avLst/>
                </a:prstGeom>
                <a:solidFill>
                  <a:schemeClr val="accent1"/>
                </a:solidFill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35" name="矩形 134"/>
                <p:cNvSpPr/>
                <p:nvPr/>
              </p:nvSpPr>
              <p:spPr>
                <a:xfrm rot="660000">
                  <a:off x="11473" y="7295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36" name="矩形 135"/>
                <p:cNvSpPr/>
                <p:nvPr/>
              </p:nvSpPr>
              <p:spPr>
                <a:xfrm rot="660000">
                  <a:off x="11722" y="7537"/>
                  <a:ext cx="568" cy="567"/>
                </a:xfrm>
                <a:prstGeom prst="rect">
                  <a:avLst/>
                </a:prstGeom>
                <a:solidFill>
                  <a:schemeClr val="accent1"/>
                </a:solidFill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37" name="矩形 136"/>
                <p:cNvSpPr/>
                <p:nvPr/>
              </p:nvSpPr>
              <p:spPr>
                <a:xfrm rot="660000">
                  <a:off x="11976" y="7789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38" name="矩形 137"/>
                <p:cNvSpPr/>
                <p:nvPr/>
              </p:nvSpPr>
              <p:spPr>
                <a:xfrm rot="660000">
                  <a:off x="9957" y="6314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39" name="矩形 138"/>
                <p:cNvSpPr/>
                <p:nvPr/>
              </p:nvSpPr>
              <p:spPr>
                <a:xfrm rot="660000">
                  <a:off x="10201" y="6555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40" name="矩形 139"/>
                <p:cNvSpPr/>
                <p:nvPr/>
              </p:nvSpPr>
              <p:spPr>
                <a:xfrm rot="660000">
                  <a:off x="10434" y="6789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41" name="矩形 140"/>
                <p:cNvSpPr/>
                <p:nvPr/>
              </p:nvSpPr>
              <p:spPr>
                <a:xfrm rot="660000">
                  <a:off x="10666" y="7030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42" name="矩形 141"/>
                <p:cNvSpPr/>
                <p:nvPr/>
              </p:nvSpPr>
              <p:spPr>
                <a:xfrm rot="660000">
                  <a:off x="10907" y="7269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43" name="矩形 142"/>
                <p:cNvSpPr/>
                <p:nvPr/>
              </p:nvSpPr>
              <p:spPr>
                <a:xfrm rot="660000">
                  <a:off x="11156" y="7511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44" name="矩形 143"/>
                <p:cNvSpPr/>
                <p:nvPr/>
              </p:nvSpPr>
              <p:spPr>
                <a:xfrm rot="660000">
                  <a:off x="11410" y="7763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45" name="矩形 144"/>
                <p:cNvSpPr/>
                <p:nvPr/>
              </p:nvSpPr>
              <p:spPr>
                <a:xfrm rot="660000">
                  <a:off x="9384" y="6291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46" name="矩形 145"/>
                <p:cNvSpPr/>
                <p:nvPr/>
              </p:nvSpPr>
              <p:spPr>
                <a:xfrm rot="660000">
                  <a:off x="9628" y="6532"/>
                  <a:ext cx="568" cy="567"/>
                </a:xfrm>
                <a:prstGeom prst="rect">
                  <a:avLst/>
                </a:prstGeom>
                <a:solidFill>
                  <a:schemeClr val="accent1"/>
                </a:solidFill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47" name="矩形 146"/>
                <p:cNvSpPr/>
                <p:nvPr/>
              </p:nvSpPr>
              <p:spPr>
                <a:xfrm rot="660000">
                  <a:off x="9861" y="6766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48" name="矩形 147"/>
                <p:cNvSpPr/>
                <p:nvPr/>
              </p:nvSpPr>
              <p:spPr>
                <a:xfrm rot="660000">
                  <a:off x="10093" y="7007"/>
                  <a:ext cx="568" cy="567"/>
                </a:xfrm>
                <a:prstGeom prst="rect">
                  <a:avLst/>
                </a:prstGeom>
                <a:solidFill>
                  <a:schemeClr val="accent1"/>
                </a:solidFill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49" name="矩形 148"/>
                <p:cNvSpPr/>
                <p:nvPr/>
              </p:nvSpPr>
              <p:spPr>
                <a:xfrm rot="660000">
                  <a:off x="10334" y="7246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50" name="矩形 149"/>
                <p:cNvSpPr/>
                <p:nvPr/>
              </p:nvSpPr>
              <p:spPr>
                <a:xfrm rot="660000">
                  <a:off x="10583" y="7488"/>
                  <a:ext cx="568" cy="567"/>
                </a:xfrm>
                <a:prstGeom prst="rect">
                  <a:avLst/>
                </a:prstGeom>
                <a:solidFill>
                  <a:schemeClr val="accent1"/>
                </a:solidFill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51" name="矩形 150"/>
                <p:cNvSpPr/>
                <p:nvPr/>
              </p:nvSpPr>
              <p:spPr>
                <a:xfrm rot="660000">
                  <a:off x="10837" y="7740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52" name="矩形 151"/>
                <p:cNvSpPr/>
                <p:nvPr/>
              </p:nvSpPr>
              <p:spPr>
                <a:xfrm rot="660000">
                  <a:off x="8814" y="6268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53" name="矩形 152"/>
                <p:cNvSpPr/>
                <p:nvPr/>
              </p:nvSpPr>
              <p:spPr>
                <a:xfrm rot="660000">
                  <a:off x="9058" y="6509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54" name="矩形 153"/>
                <p:cNvSpPr/>
                <p:nvPr/>
              </p:nvSpPr>
              <p:spPr>
                <a:xfrm rot="660000">
                  <a:off x="9291" y="6743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55" name="矩形 154"/>
                <p:cNvSpPr/>
                <p:nvPr/>
              </p:nvSpPr>
              <p:spPr>
                <a:xfrm rot="660000">
                  <a:off x="9523" y="6984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56" name="矩形 155"/>
                <p:cNvSpPr/>
                <p:nvPr/>
              </p:nvSpPr>
              <p:spPr>
                <a:xfrm rot="660000">
                  <a:off x="9764" y="7223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57" name="矩形 156"/>
                <p:cNvSpPr/>
                <p:nvPr/>
              </p:nvSpPr>
              <p:spPr>
                <a:xfrm rot="660000">
                  <a:off x="10013" y="7465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58" name="矩形 157"/>
                <p:cNvSpPr/>
                <p:nvPr/>
              </p:nvSpPr>
              <p:spPr>
                <a:xfrm rot="660000">
                  <a:off x="10267" y="7717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59" name="矩形 158"/>
                <p:cNvSpPr/>
                <p:nvPr/>
              </p:nvSpPr>
              <p:spPr>
                <a:xfrm rot="660000">
                  <a:off x="8253" y="6240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60" name="矩形 159"/>
                <p:cNvSpPr/>
                <p:nvPr/>
              </p:nvSpPr>
              <p:spPr>
                <a:xfrm rot="660000">
                  <a:off x="8497" y="6481"/>
                  <a:ext cx="568" cy="567"/>
                </a:xfrm>
                <a:prstGeom prst="rect">
                  <a:avLst/>
                </a:prstGeom>
                <a:solidFill>
                  <a:schemeClr val="accent1"/>
                </a:solidFill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61" name="矩形 160"/>
                <p:cNvSpPr/>
                <p:nvPr/>
              </p:nvSpPr>
              <p:spPr>
                <a:xfrm rot="660000">
                  <a:off x="8730" y="6715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62" name="矩形 161"/>
                <p:cNvSpPr/>
                <p:nvPr/>
              </p:nvSpPr>
              <p:spPr>
                <a:xfrm rot="660000">
                  <a:off x="8962" y="6956"/>
                  <a:ext cx="568" cy="567"/>
                </a:xfrm>
                <a:prstGeom prst="rect">
                  <a:avLst/>
                </a:prstGeom>
                <a:solidFill>
                  <a:schemeClr val="accent1"/>
                </a:solidFill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63" name="矩形 162"/>
                <p:cNvSpPr/>
                <p:nvPr/>
              </p:nvSpPr>
              <p:spPr>
                <a:xfrm rot="660000">
                  <a:off x="9203" y="7195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64" name="矩形 163"/>
                <p:cNvSpPr/>
                <p:nvPr/>
              </p:nvSpPr>
              <p:spPr>
                <a:xfrm rot="660000">
                  <a:off x="9452" y="7437"/>
                  <a:ext cx="568" cy="567"/>
                </a:xfrm>
                <a:prstGeom prst="rect">
                  <a:avLst/>
                </a:prstGeom>
                <a:solidFill>
                  <a:schemeClr val="accent1"/>
                </a:solidFill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65" name="矩形 164"/>
                <p:cNvSpPr/>
                <p:nvPr/>
              </p:nvSpPr>
              <p:spPr>
                <a:xfrm rot="660000">
                  <a:off x="9706" y="7689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66" name="矩形 165"/>
                <p:cNvSpPr/>
                <p:nvPr/>
              </p:nvSpPr>
              <p:spPr>
                <a:xfrm rot="660000">
                  <a:off x="7707" y="6217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67" name="矩形 166"/>
                <p:cNvSpPr/>
                <p:nvPr/>
              </p:nvSpPr>
              <p:spPr>
                <a:xfrm rot="660000">
                  <a:off x="7951" y="6458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68" name="矩形 167"/>
                <p:cNvSpPr/>
                <p:nvPr/>
              </p:nvSpPr>
              <p:spPr>
                <a:xfrm rot="660000">
                  <a:off x="8184" y="6692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69" name="矩形 168"/>
                <p:cNvSpPr/>
                <p:nvPr/>
              </p:nvSpPr>
              <p:spPr>
                <a:xfrm rot="660000">
                  <a:off x="8416" y="6933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70" name="矩形 169"/>
                <p:cNvSpPr/>
                <p:nvPr/>
              </p:nvSpPr>
              <p:spPr>
                <a:xfrm rot="660000">
                  <a:off x="8657" y="7172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71" name="矩形 170"/>
                <p:cNvSpPr/>
                <p:nvPr/>
              </p:nvSpPr>
              <p:spPr>
                <a:xfrm rot="660000">
                  <a:off x="8906" y="7414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72" name="矩形 171"/>
                <p:cNvSpPr/>
                <p:nvPr/>
              </p:nvSpPr>
              <p:spPr>
                <a:xfrm rot="660000">
                  <a:off x="9160" y="7666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73" name="组合 172"/>
              <p:cNvGrpSpPr>
                <a:grpSpLocks noChangeAspect="1"/>
              </p:cNvGrpSpPr>
              <p:nvPr/>
            </p:nvGrpSpPr>
            <p:grpSpPr>
              <a:xfrm>
                <a:off x="11255" y="3717"/>
                <a:ext cx="2128" cy="852"/>
                <a:chOff x="7707" y="6217"/>
                <a:chExt cx="5396" cy="2158"/>
              </a:xfrm>
            </p:grpSpPr>
            <p:sp>
              <p:nvSpPr>
                <p:cNvPr id="174" name="矩形 173"/>
                <p:cNvSpPr/>
                <p:nvPr/>
              </p:nvSpPr>
              <p:spPr>
                <a:xfrm rot="660000">
                  <a:off x="11082" y="6360"/>
                  <a:ext cx="568" cy="567"/>
                </a:xfrm>
                <a:prstGeom prst="rect">
                  <a:avLst/>
                </a:prstGeom>
                <a:solidFill>
                  <a:schemeClr val="accent1"/>
                </a:solidFill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75" name="矩形 174"/>
                <p:cNvSpPr/>
                <p:nvPr/>
              </p:nvSpPr>
              <p:spPr>
                <a:xfrm rot="660000">
                  <a:off x="11326" y="6601"/>
                  <a:ext cx="568" cy="567"/>
                </a:xfrm>
                <a:prstGeom prst="rect">
                  <a:avLst/>
                </a:prstGeom>
                <a:solidFill>
                  <a:schemeClr val="accent1"/>
                </a:solidFill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76" name="矩形 175"/>
                <p:cNvSpPr/>
                <p:nvPr/>
              </p:nvSpPr>
              <p:spPr>
                <a:xfrm rot="660000">
                  <a:off x="11559" y="6835"/>
                  <a:ext cx="568" cy="567"/>
                </a:xfrm>
                <a:prstGeom prst="rect">
                  <a:avLst/>
                </a:prstGeom>
                <a:solidFill>
                  <a:schemeClr val="accent1"/>
                </a:solidFill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77" name="矩形 176"/>
                <p:cNvSpPr/>
                <p:nvPr/>
              </p:nvSpPr>
              <p:spPr>
                <a:xfrm rot="660000">
                  <a:off x="11791" y="7076"/>
                  <a:ext cx="568" cy="567"/>
                </a:xfrm>
                <a:prstGeom prst="rect">
                  <a:avLst/>
                </a:prstGeom>
                <a:solidFill>
                  <a:schemeClr val="accent1"/>
                </a:solidFill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78" name="矩形 177"/>
                <p:cNvSpPr/>
                <p:nvPr/>
              </p:nvSpPr>
              <p:spPr>
                <a:xfrm rot="660000">
                  <a:off x="12032" y="7315"/>
                  <a:ext cx="568" cy="567"/>
                </a:xfrm>
                <a:prstGeom prst="rect">
                  <a:avLst/>
                </a:prstGeom>
                <a:solidFill>
                  <a:schemeClr val="accent1"/>
                </a:solidFill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79" name="矩形 178"/>
                <p:cNvSpPr/>
                <p:nvPr/>
              </p:nvSpPr>
              <p:spPr>
                <a:xfrm rot="660000">
                  <a:off x="12281" y="7557"/>
                  <a:ext cx="568" cy="567"/>
                </a:xfrm>
                <a:prstGeom prst="rect">
                  <a:avLst/>
                </a:prstGeom>
                <a:solidFill>
                  <a:schemeClr val="accent1"/>
                </a:solidFill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80" name="矩形 179"/>
                <p:cNvSpPr/>
                <p:nvPr/>
              </p:nvSpPr>
              <p:spPr>
                <a:xfrm rot="660000">
                  <a:off x="12535" y="7809"/>
                  <a:ext cx="568" cy="567"/>
                </a:xfrm>
                <a:prstGeom prst="rect">
                  <a:avLst/>
                </a:prstGeom>
                <a:solidFill>
                  <a:schemeClr val="accent1"/>
                </a:solidFill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81" name="矩形 180"/>
                <p:cNvSpPr/>
                <p:nvPr/>
              </p:nvSpPr>
              <p:spPr>
                <a:xfrm rot="660000">
                  <a:off x="10523" y="6340"/>
                  <a:ext cx="568" cy="567"/>
                </a:xfrm>
                <a:prstGeom prst="rect">
                  <a:avLst/>
                </a:prstGeom>
                <a:solidFill>
                  <a:schemeClr val="accent1"/>
                </a:solidFill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82" name="矩形 181"/>
                <p:cNvSpPr/>
                <p:nvPr/>
              </p:nvSpPr>
              <p:spPr>
                <a:xfrm rot="660000">
                  <a:off x="10767" y="6581"/>
                  <a:ext cx="568" cy="567"/>
                </a:xfrm>
                <a:prstGeom prst="rect">
                  <a:avLst/>
                </a:prstGeom>
                <a:solidFill>
                  <a:schemeClr val="accent1"/>
                </a:solidFill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83" name="矩形 182"/>
                <p:cNvSpPr/>
                <p:nvPr/>
              </p:nvSpPr>
              <p:spPr>
                <a:xfrm rot="660000">
                  <a:off x="11000" y="6815"/>
                  <a:ext cx="568" cy="567"/>
                </a:xfrm>
                <a:prstGeom prst="rect">
                  <a:avLst/>
                </a:prstGeom>
                <a:solidFill>
                  <a:schemeClr val="accent1"/>
                </a:solidFill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84" name="矩形 183"/>
                <p:cNvSpPr/>
                <p:nvPr/>
              </p:nvSpPr>
              <p:spPr>
                <a:xfrm rot="660000">
                  <a:off x="11232" y="7056"/>
                  <a:ext cx="568" cy="567"/>
                </a:xfrm>
                <a:prstGeom prst="rect">
                  <a:avLst/>
                </a:prstGeom>
                <a:solidFill>
                  <a:schemeClr val="accent1"/>
                </a:solidFill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85" name="矩形 184"/>
                <p:cNvSpPr/>
                <p:nvPr/>
              </p:nvSpPr>
              <p:spPr>
                <a:xfrm rot="660000">
                  <a:off x="11473" y="7295"/>
                  <a:ext cx="568" cy="567"/>
                </a:xfrm>
                <a:prstGeom prst="rect">
                  <a:avLst/>
                </a:prstGeom>
                <a:solidFill>
                  <a:schemeClr val="accent1"/>
                </a:solidFill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86" name="矩形 185"/>
                <p:cNvSpPr/>
                <p:nvPr/>
              </p:nvSpPr>
              <p:spPr>
                <a:xfrm rot="660000">
                  <a:off x="11722" y="7537"/>
                  <a:ext cx="568" cy="567"/>
                </a:xfrm>
                <a:prstGeom prst="rect">
                  <a:avLst/>
                </a:prstGeom>
                <a:solidFill>
                  <a:schemeClr val="accent1"/>
                </a:solidFill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87" name="矩形 186"/>
                <p:cNvSpPr/>
                <p:nvPr/>
              </p:nvSpPr>
              <p:spPr>
                <a:xfrm rot="660000">
                  <a:off x="11976" y="7789"/>
                  <a:ext cx="568" cy="567"/>
                </a:xfrm>
                <a:prstGeom prst="rect">
                  <a:avLst/>
                </a:prstGeom>
                <a:solidFill>
                  <a:schemeClr val="accent1"/>
                </a:solidFill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88" name="矩形 187"/>
                <p:cNvSpPr/>
                <p:nvPr/>
              </p:nvSpPr>
              <p:spPr>
                <a:xfrm rot="660000">
                  <a:off x="9957" y="6314"/>
                  <a:ext cx="568" cy="567"/>
                </a:xfrm>
                <a:prstGeom prst="rect">
                  <a:avLst/>
                </a:prstGeom>
                <a:solidFill>
                  <a:schemeClr val="accent1"/>
                </a:solidFill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89" name="矩形 188"/>
                <p:cNvSpPr/>
                <p:nvPr/>
              </p:nvSpPr>
              <p:spPr>
                <a:xfrm rot="660000">
                  <a:off x="10201" y="6555"/>
                  <a:ext cx="568" cy="567"/>
                </a:xfrm>
                <a:prstGeom prst="rect">
                  <a:avLst/>
                </a:prstGeom>
                <a:solidFill>
                  <a:schemeClr val="accent1"/>
                </a:solidFill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90" name="矩形 189"/>
                <p:cNvSpPr/>
                <p:nvPr/>
              </p:nvSpPr>
              <p:spPr>
                <a:xfrm rot="660000">
                  <a:off x="10434" y="6789"/>
                  <a:ext cx="568" cy="567"/>
                </a:xfrm>
                <a:prstGeom prst="rect">
                  <a:avLst/>
                </a:prstGeom>
                <a:solidFill>
                  <a:schemeClr val="accent1"/>
                </a:solidFill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91" name="矩形 190"/>
                <p:cNvSpPr/>
                <p:nvPr/>
              </p:nvSpPr>
              <p:spPr>
                <a:xfrm rot="660000">
                  <a:off x="10666" y="7030"/>
                  <a:ext cx="568" cy="567"/>
                </a:xfrm>
                <a:prstGeom prst="rect">
                  <a:avLst/>
                </a:prstGeom>
                <a:solidFill>
                  <a:schemeClr val="accent1"/>
                </a:solidFill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92" name="矩形 191"/>
                <p:cNvSpPr/>
                <p:nvPr/>
              </p:nvSpPr>
              <p:spPr>
                <a:xfrm rot="660000">
                  <a:off x="10907" y="7269"/>
                  <a:ext cx="568" cy="567"/>
                </a:xfrm>
                <a:prstGeom prst="rect">
                  <a:avLst/>
                </a:prstGeom>
                <a:solidFill>
                  <a:schemeClr val="accent1"/>
                </a:solidFill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93" name="矩形 192"/>
                <p:cNvSpPr/>
                <p:nvPr/>
              </p:nvSpPr>
              <p:spPr>
                <a:xfrm rot="660000">
                  <a:off x="11156" y="7511"/>
                  <a:ext cx="568" cy="567"/>
                </a:xfrm>
                <a:prstGeom prst="rect">
                  <a:avLst/>
                </a:prstGeom>
                <a:solidFill>
                  <a:schemeClr val="accent1"/>
                </a:solidFill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94" name="矩形 193"/>
                <p:cNvSpPr/>
                <p:nvPr/>
              </p:nvSpPr>
              <p:spPr>
                <a:xfrm rot="660000">
                  <a:off x="11410" y="7763"/>
                  <a:ext cx="568" cy="567"/>
                </a:xfrm>
                <a:prstGeom prst="rect">
                  <a:avLst/>
                </a:prstGeom>
                <a:solidFill>
                  <a:schemeClr val="accent1"/>
                </a:solidFill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95" name="矩形 194"/>
                <p:cNvSpPr/>
                <p:nvPr/>
              </p:nvSpPr>
              <p:spPr>
                <a:xfrm rot="660000">
                  <a:off x="9384" y="6291"/>
                  <a:ext cx="568" cy="567"/>
                </a:xfrm>
                <a:prstGeom prst="rect">
                  <a:avLst/>
                </a:prstGeom>
                <a:solidFill>
                  <a:schemeClr val="accent1"/>
                </a:solidFill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96" name="矩形 195"/>
                <p:cNvSpPr/>
                <p:nvPr/>
              </p:nvSpPr>
              <p:spPr>
                <a:xfrm rot="660000">
                  <a:off x="9628" y="6532"/>
                  <a:ext cx="568" cy="567"/>
                </a:xfrm>
                <a:prstGeom prst="rect">
                  <a:avLst/>
                </a:prstGeom>
                <a:solidFill>
                  <a:schemeClr val="accent1"/>
                </a:solidFill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97" name="矩形 196"/>
                <p:cNvSpPr/>
                <p:nvPr/>
              </p:nvSpPr>
              <p:spPr>
                <a:xfrm rot="660000">
                  <a:off x="9861" y="6766"/>
                  <a:ext cx="568" cy="567"/>
                </a:xfrm>
                <a:prstGeom prst="rect">
                  <a:avLst/>
                </a:prstGeom>
                <a:solidFill>
                  <a:schemeClr val="accent1"/>
                </a:solidFill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98" name="矩形 197"/>
                <p:cNvSpPr/>
                <p:nvPr/>
              </p:nvSpPr>
              <p:spPr>
                <a:xfrm rot="660000">
                  <a:off x="10093" y="7007"/>
                  <a:ext cx="568" cy="567"/>
                </a:xfrm>
                <a:prstGeom prst="rect">
                  <a:avLst/>
                </a:prstGeom>
                <a:solidFill>
                  <a:schemeClr val="accent1"/>
                </a:solidFill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99" name="矩形 198"/>
                <p:cNvSpPr/>
                <p:nvPr/>
              </p:nvSpPr>
              <p:spPr>
                <a:xfrm rot="660000">
                  <a:off x="10334" y="7246"/>
                  <a:ext cx="568" cy="567"/>
                </a:xfrm>
                <a:prstGeom prst="rect">
                  <a:avLst/>
                </a:prstGeom>
                <a:solidFill>
                  <a:schemeClr val="accent1"/>
                </a:solidFill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00" name="矩形 199"/>
                <p:cNvSpPr/>
                <p:nvPr/>
              </p:nvSpPr>
              <p:spPr>
                <a:xfrm rot="660000">
                  <a:off x="10583" y="7488"/>
                  <a:ext cx="568" cy="567"/>
                </a:xfrm>
                <a:prstGeom prst="rect">
                  <a:avLst/>
                </a:prstGeom>
                <a:solidFill>
                  <a:schemeClr val="accent1"/>
                </a:solidFill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01" name="矩形 200"/>
                <p:cNvSpPr/>
                <p:nvPr/>
              </p:nvSpPr>
              <p:spPr>
                <a:xfrm rot="660000">
                  <a:off x="10837" y="7740"/>
                  <a:ext cx="568" cy="567"/>
                </a:xfrm>
                <a:prstGeom prst="rect">
                  <a:avLst/>
                </a:prstGeom>
                <a:solidFill>
                  <a:schemeClr val="accent1"/>
                </a:solidFill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02" name="矩形 201"/>
                <p:cNvSpPr/>
                <p:nvPr/>
              </p:nvSpPr>
              <p:spPr>
                <a:xfrm rot="660000">
                  <a:off x="8814" y="6268"/>
                  <a:ext cx="568" cy="567"/>
                </a:xfrm>
                <a:prstGeom prst="rect">
                  <a:avLst/>
                </a:prstGeom>
                <a:solidFill>
                  <a:schemeClr val="accent1"/>
                </a:solidFill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03" name="矩形 202"/>
                <p:cNvSpPr/>
                <p:nvPr/>
              </p:nvSpPr>
              <p:spPr>
                <a:xfrm rot="660000">
                  <a:off x="9058" y="6509"/>
                  <a:ext cx="568" cy="567"/>
                </a:xfrm>
                <a:prstGeom prst="rect">
                  <a:avLst/>
                </a:prstGeom>
                <a:solidFill>
                  <a:schemeClr val="accent1"/>
                </a:solidFill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04" name="矩形 203"/>
                <p:cNvSpPr/>
                <p:nvPr/>
              </p:nvSpPr>
              <p:spPr>
                <a:xfrm rot="660000">
                  <a:off x="9291" y="6743"/>
                  <a:ext cx="568" cy="567"/>
                </a:xfrm>
                <a:prstGeom prst="rect">
                  <a:avLst/>
                </a:prstGeom>
                <a:solidFill>
                  <a:schemeClr val="accent1"/>
                </a:solidFill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05" name="矩形 204"/>
                <p:cNvSpPr/>
                <p:nvPr/>
              </p:nvSpPr>
              <p:spPr>
                <a:xfrm rot="660000">
                  <a:off x="9523" y="6984"/>
                  <a:ext cx="568" cy="567"/>
                </a:xfrm>
                <a:prstGeom prst="rect">
                  <a:avLst/>
                </a:prstGeom>
                <a:solidFill>
                  <a:schemeClr val="accent1"/>
                </a:solidFill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06" name="矩形 205"/>
                <p:cNvSpPr/>
                <p:nvPr/>
              </p:nvSpPr>
              <p:spPr>
                <a:xfrm rot="660000">
                  <a:off x="9764" y="7223"/>
                  <a:ext cx="568" cy="567"/>
                </a:xfrm>
                <a:prstGeom prst="rect">
                  <a:avLst/>
                </a:prstGeom>
                <a:solidFill>
                  <a:schemeClr val="accent1"/>
                </a:solidFill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07" name="矩形 206"/>
                <p:cNvSpPr/>
                <p:nvPr/>
              </p:nvSpPr>
              <p:spPr>
                <a:xfrm rot="660000">
                  <a:off x="10013" y="7465"/>
                  <a:ext cx="568" cy="567"/>
                </a:xfrm>
                <a:prstGeom prst="rect">
                  <a:avLst/>
                </a:prstGeom>
                <a:solidFill>
                  <a:schemeClr val="accent1"/>
                </a:solidFill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08" name="矩形 207"/>
                <p:cNvSpPr/>
                <p:nvPr/>
              </p:nvSpPr>
              <p:spPr>
                <a:xfrm rot="660000">
                  <a:off x="10267" y="7717"/>
                  <a:ext cx="568" cy="567"/>
                </a:xfrm>
                <a:prstGeom prst="rect">
                  <a:avLst/>
                </a:prstGeom>
                <a:solidFill>
                  <a:schemeClr val="accent1"/>
                </a:solidFill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09" name="矩形 208"/>
                <p:cNvSpPr/>
                <p:nvPr/>
              </p:nvSpPr>
              <p:spPr>
                <a:xfrm rot="660000">
                  <a:off x="8253" y="6240"/>
                  <a:ext cx="568" cy="567"/>
                </a:xfrm>
                <a:prstGeom prst="rect">
                  <a:avLst/>
                </a:prstGeom>
                <a:solidFill>
                  <a:schemeClr val="accent1"/>
                </a:solidFill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10" name="矩形 209"/>
                <p:cNvSpPr/>
                <p:nvPr/>
              </p:nvSpPr>
              <p:spPr>
                <a:xfrm rot="660000">
                  <a:off x="8497" y="6481"/>
                  <a:ext cx="568" cy="567"/>
                </a:xfrm>
                <a:prstGeom prst="rect">
                  <a:avLst/>
                </a:prstGeom>
                <a:solidFill>
                  <a:schemeClr val="accent1"/>
                </a:solidFill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11" name="矩形 210"/>
                <p:cNvSpPr/>
                <p:nvPr/>
              </p:nvSpPr>
              <p:spPr>
                <a:xfrm rot="660000">
                  <a:off x="8730" y="6715"/>
                  <a:ext cx="568" cy="567"/>
                </a:xfrm>
                <a:prstGeom prst="rect">
                  <a:avLst/>
                </a:prstGeom>
                <a:solidFill>
                  <a:schemeClr val="accent1"/>
                </a:solidFill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12" name="矩形 211"/>
                <p:cNvSpPr/>
                <p:nvPr/>
              </p:nvSpPr>
              <p:spPr>
                <a:xfrm rot="660000">
                  <a:off x="8962" y="6956"/>
                  <a:ext cx="568" cy="567"/>
                </a:xfrm>
                <a:prstGeom prst="rect">
                  <a:avLst/>
                </a:prstGeom>
                <a:solidFill>
                  <a:schemeClr val="accent1"/>
                </a:solidFill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13" name="矩形 212"/>
                <p:cNvSpPr/>
                <p:nvPr/>
              </p:nvSpPr>
              <p:spPr>
                <a:xfrm rot="660000">
                  <a:off x="9203" y="7195"/>
                  <a:ext cx="568" cy="567"/>
                </a:xfrm>
                <a:prstGeom prst="rect">
                  <a:avLst/>
                </a:prstGeom>
                <a:solidFill>
                  <a:schemeClr val="accent1"/>
                </a:solidFill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14" name="矩形 213"/>
                <p:cNvSpPr/>
                <p:nvPr/>
              </p:nvSpPr>
              <p:spPr>
                <a:xfrm rot="660000">
                  <a:off x="9452" y="7437"/>
                  <a:ext cx="568" cy="567"/>
                </a:xfrm>
                <a:prstGeom prst="rect">
                  <a:avLst/>
                </a:prstGeom>
                <a:solidFill>
                  <a:schemeClr val="accent1"/>
                </a:solidFill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15" name="矩形 214"/>
                <p:cNvSpPr/>
                <p:nvPr/>
              </p:nvSpPr>
              <p:spPr>
                <a:xfrm rot="660000">
                  <a:off x="9706" y="7689"/>
                  <a:ext cx="568" cy="567"/>
                </a:xfrm>
                <a:prstGeom prst="rect">
                  <a:avLst/>
                </a:prstGeom>
                <a:solidFill>
                  <a:schemeClr val="accent1"/>
                </a:solidFill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16" name="矩形 215"/>
                <p:cNvSpPr/>
                <p:nvPr/>
              </p:nvSpPr>
              <p:spPr>
                <a:xfrm rot="660000">
                  <a:off x="7707" y="6217"/>
                  <a:ext cx="568" cy="567"/>
                </a:xfrm>
                <a:prstGeom prst="rect">
                  <a:avLst/>
                </a:prstGeom>
                <a:solidFill>
                  <a:schemeClr val="accent1"/>
                </a:solidFill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17" name="矩形 216"/>
                <p:cNvSpPr/>
                <p:nvPr/>
              </p:nvSpPr>
              <p:spPr>
                <a:xfrm rot="660000">
                  <a:off x="7951" y="6458"/>
                  <a:ext cx="568" cy="567"/>
                </a:xfrm>
                <a:prstGeom prst="rect">
                  <a:avLst/>
                </a:prstGeom>
                <a:solidFill>
                  <a:schemeClr val="accent1"/>
                </a:solidFill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18" name="矩形 217"/>
                <p:cNvSpPr/>
                <p:nvPr/>
              </p:nvSpPr>
              <p:spPr>
                <a:xfrm rot="660000">
                  <a:off x="8184" y="6692"/>
                  <a:ext cx="568" cy="567"/>
                </a:xfrm>
                <a:prstGeom prst="rect">
                  <a:avLst/>
                </a:prstGeom>
                <a:solidFill>
                  <a:schemeClr val="accent1"/>
                </a:solidFill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19" name="矩形 218"/>
                <p:cNvSpPr/>
                <p:nvPr/>
              </p:nvSpPr>
              <p:spPr>
                <a:xfrm rot="660000">
                  <a:off x="8416" y="6933"/>
                  <a:ext cx="568" cy="567"/>
                </a:xfrm>
                <a:prstGeom prst="rect">
                  <a:avLst/>
                </a:prstGeom>
                <a:solidFill>
                  <a:schemeClr val="accent1"/>
                </a:solidFill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20" name="矩形 219"/>
                <p:cNvSpPr/>
                <p:nvPr/>
              </p:nvSpPr>
              <p:spPr>
                <a:xfrm rot="660000">
                  <a:off x="8657" y="7172"/>
                  <a:ext cx="568" cy="567"/>
                </a:xfrm>
                <a:prstGeom prst="rect">
                  <a:avLst/>
                </a:prstGeom>
                <a:solidFill>
                  <a:schemeClr val="accent1"/>
                </a:solidFill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21" name="矩形 220"/>
                <p:cNvSpPr/>
                <p:nvPr/>
              </p:nvSpPr>
              <p:spPr>
                <a:xfrm rot="660000">
                  <a:off x="8906" y="7414"/>
                  <a:ext cx="568" cy="567"/>
                </a:xfrm>
                <a:prstGeom prst="rect">
                  <a:avLst/>
                </a:prstGeom>
                <a:solidFill>
                  <a:schemeClr val="accent1"/>
                </a:solidFill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22" name="矩形 221"/>
                <p:cNvSpPr/>
                <p:nvPr/>
              </p:nvSpPr>
              <p:spPr>
                <a:xfrm rot="660000">
                  <a:off x="9160" y="7666"/>
                  <a:ext cx="568" cy="567"/>
                </a:xfrm>
                <a:prstGeom prst="rect">
                  <a:avLst/>
                </a:prstGeom>
                <a:solidFill>
                  <a:schemeClr val="accent1"/>
                </a:solidFill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223" name="组合 222"/>
              <p:cNvGrpSpPr>
                <a:grpSpLocks noChangeAspect="1"/>
              </p:cNvGrpSpPr>
              <p:nvPr/>
            </p:nvGrpSpPr>
            <p:grpSpPr>
              <a:xfrm>
                <a:off x="11433" y="4677"/>
                <a:ext cx="2006" cy="802"/>
                <a:chOff x="7707" y="6217"/>
                <a:chExt cx="5396" cy="2158"/>
              </a:xfrm>
              <a:solidFill>
                <a:schemeClr val="bg2">
                  <a:lumMod val="90000"/>
                </a:schemeClr>
              </a:solidFill>
            </p:grpSpPr>
            <p:sp>
              <p:nvSpPr>
                <p:cNvPr id="224" name="矩形 223"/>
                <p:cNvSpPr/>
                <p:nvPr/>
              </p:nvSpPr>
              <p:spPr>
                <a:xfrm rot="660000">
                  <a:off x="11082" y="6360"/>
                  <a:ext cx="568" cy="567"/>
                </a:xfrm>
                <a:prstGeom prst="rect">
                  <a:avLst/>
                </a:prstGeom>
                <a:solidFill>
                  <a:schemeClr val="accent1"/>
                </a:solidFill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25" name="矩形 224"/>
                <p:cNvSpPr/>
                <p:nvPr/>
              </p:nvSpPr>
              <p:spPr>
                <a:xfrm rot="660000">
                  <a:off x="11326" y="6601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26" name="矩形 225"/>
                <p:cNvSpPr/>
                <p:nvPr/>
              </p:nvSpPr>
              <p:spPr>
                <a:xfrm rot="660000">
                  <a:off x="11559" y="6835"/>
                  <a:ext cx="568" cy="567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27" name="矩形 226"/>
                <p:cNvSpPr/>
                <p:nvPr/>
              </p:nvSpPr>
              <p:spPr>
                <a:xfrm rot="660000">
                  <a:off x="11791" y="7076"/>
                  <a:ext cx="568" cy="567"/>
                </a:xfrm>
                <a:prstGeom prst="rect">
                  <a:avLst/>
                </a:prstGeom>
                <a:solidFill>
                  <a:schemeClr val="accent1"/>
                </a:solidFill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28" name="矩形 227"/>
                <p:cNvSpPr/>
                <p:nvPr/>
              </p:nvSpPr>
              <p:spPr>
                <a:xfrm rot="660000">
                  <a:off x="12032" y="7315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29" name="矩形 228"/>
                <p:cNvSpPr/>
                <p:nvPr/>
              </p:nvSpPr>
              <p:spPr>
                <a:xfrm rot="660000">
                  <a:off x="12281" y="7557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30" name="矩形 229"/>
                <p:cNvSpPr/>
                <p:nvPr/>
              </p:nvSpPr>
              <p:spPr>
                <a:xfrm rot="660000">
                  <a:off x="12535" y="7809"/>
                  <a:ext cx="568" cy="567"/>
                </a:xfrm>
                <a:prstGeom prst="rect">
                  <a:avLst/>
                </a:prstGeom>
                <a:solidFill>
                  <a:schemeClr val="accent1"/>
                </a:solidFill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31" name="矩形 230"/>
                <p:cNvSpPr/>
                <p:nvPr/>
              </p:nvSpPr>
              <p:spPr>
                <a:xfrm rot="660000">
                  <a:off x="10523" y="6340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32" name="矩形 231"/>
                <p:cNvSpPr/>
                <p:nvPr/>
              </p:nvSpPr>
              <p:spPr>
                <a:xfrm rot="660000">
                  <a:off x="10767" y="6581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33" name="矩形 232"/>
                <p:cNvSpPr/>
                <p:nvPr/>
              </p:nvSpPr>
              <p:spPr>
                <a:xfrm rot="660000">
                  <a:off x="11000" y="6815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34" name="矩形 233"/>
                <p:cNvSpPr/>
                <p:nvPr/>
              </p:nvSpPr>
              <p:spPr>
                <a:xfrm rot="660000">
                  <a:off x="11232" y="7056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35" name="矩形 234"/>
                <p:cNvSpPr/>
                <p:nvPr/>
              </p:nvSpPr>
              <p:spPr>
                <a:xfrm rot="660000">
                  <a:off x="11473" y="7295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36" name="矩形 235"/>
                <p:cNvSpPr/>
                <p:nvPr/>
              </p:nvSpPr>
              <p:spPr>
                <a:xfrm rot="660000">
                  <a:off x="11722" y="7537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37" name="矩形 236"/>
                <p:cNvSpPr/>
                <p:nvPr/>
              </p:nvSpPr>
              <p:spPr>
                <a:xfrm rot="660000">
                  <a:off x="11976" y="7789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38" name="矩形 237"/>
                <p:cNvSpPr/>
                <p:nvPr/>
              </p:nvSpPr>
              <p:spPr>
                <a:xfrm rot="660000">
                  <a:off x="9957" y="6314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39" name="矩形 238"/>
                <p:cNvSpPr/>
                <p:nvPr/>
              </p:nvSpPr>
              <p:spPr>
                <a:xfrm rot="660000">
                  <a:off x="10201" y="6555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40" name="矩形 239"/>
                <p:cNvSpPr/>
                <p:nvPr/>
              </p:nvSpPr>
              <p:spPr>
                <a:xfrm rot="660000">
                  <a:off x="10434" y="6789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41" name="矩形 240"/>
                <p:cNvSpPr/>
                <p:nvPr/>
              </p:nvSpPr>
              <p:spPr>
                <a:xfrm rot="660000">
                  <a:off x="10666" y="7030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42" name="矩形 241"/>
                <p:cNvSpPr/>
                <p:nvPr/>
              </p:nvSpPr>
              <p:spPr>
                <a:xfrm rot="660000">
                  <a:off x="10907" y="7269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43" name="矩形 242"/>
                <p:cNvSpPr/>
                <p:nvPr/>
              </p:nvSpPr>
              <p:spPr>
                <a:xfrm rot="660000">
                  <a:off x="11156" y="7511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44" name="矩形 243"/>
                <p:cNvSpPr/>
                <p:nvPr/>
              </p:nvSpPr>
              <p:spPr>
                <a:xfrm rot="660000">
                  <a:off x="11410" y="7763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45" name="矩形 244"/>
                <p:cNvSpPr/>
                <p:nvPr/>
              </p:nvSpPr>
              <p:spPr>
                <a:xfrm rot="660000">
                  <a:off x="9384" y="6291"/>
                  <a:ext cx="568" cy="567"/>
                </a:xfrm>
                <a:prstGeom prst="rect">
                  <a:avLst/>
                </a:prstGeom>
                <a:solidFill>
                  <a:schemeClr val="accent1"/>
                </a:solidFill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46" name="矩形 245"/>
                <p:cNvSpPr/>
                <p:nvPr/>
              </p:nvSpPr>
              <p:spPr>
                <a:xfrm rot="660000">
                  <a:off x="9628" y="6532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47" name="矩形 246"/>
                <p:cNvSpPr/>
                <p:nvPr/>
              </p:nvSpPr>
              <p:spPr>
                <a:xfrm rot="660000">
                  <a:off x="9861" y="6766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48" name="矩形 247"/>
                <p:cNvSpPr/>
                <p:nvPr/>
              </p:nvSpPr>
              <p:spPr>
                <a:xfrm rot="660000">
                  <a:off x="10093" y="7007"/>
                  <a:ext cx="568" cy="567"/>
                </a:xfrm>
                <a:prstGeom prst="rect">
                  <a:avLst/>
                </a:prstGeom>
                <a:solidFill>
                  <a:schemeClr val="accent1"/>
                </a:solidFill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49" name="矩形 248"/>
                <p:cNvSpPr/>
                <p:nvPr/>
              </p:nvSpPr>
              <p:spPr>
                <a:xfrm rot="660000">
                  <a:off x="10334" y="7246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50" name="矩形 249"/>
                <p:cNvSpPr/>
                <p:nvPr/>
              </p:nvSpPr>
              <p:spPr>
                <a:xfrm rot="660000">
                  <a:off x="10583" y="7488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51" name="矩形 250"/>
                <p:cNvSpPr/>
                <p:nvPr/>
              </p:nvSpPr>
              <p:spPr>
                <a:xfrm rot="660000">
                  <a:off x="10837" y="7740"/>
                  <a:ext cx="568" cy="567"/>
                </a:xfrm>
                <a:prstGeom prst="rect">
                  <a:avLst/>
                </a:prstGeom>
                <a:solidFill>
                  <a:schemeClr val="accent1"/>
                </a:solidFill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52" name="矩形 251"/>
                <p:cNvSpPr/>
                <p:nvPr/>
              </p:nvSpPr>
              <p:spPr>
                <a:xfrm rot="660000">
                  <a:off x="8814" y="6268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53" name="矩形 252"/>
                <p:cNvSpPr/>
                <p:nvPr/>
              </p:nvSpPr>
              <p:spPr>
                <a:xfrm rot="660000">
                  <a:off x="9058" y="6509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54" name="矩形 253"/>
                <p:cNvSpPr/>
                <p:nvPr/>
              </p:nvSpPr>
              <p:spPr>
                <a:xfrm rot="660000">
                  <a:off x="9291" y="6743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55" name="矩形 254"/>
                <p:cNvSpPr/>
                <p:nvPr/>
              </p:nvSpPr>
              <p:spPr>
                <a:xfrm rot="660000">
                  <a:off x="9523" y="6984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56" name="矩形 255"/>
                <p:cNvSpPr/>
                <p:nvPr/>
              </p:nvSpPr>
              <p:spPr>
                <a:xfrm rot="660000">
                  <a:off x="9764" y="7223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57" name="矩形 256"/>
                <p:cNvSpPr/>
                <p:nvPr/>
              </p:nvSpPr>
              <p:spPr>
                <a:xfrm rot="660000">
                  <a:off x="10013" y="7465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58" name="矩形 257"/>
                <p:cNvSpPr/>
                <p:nvPr/>
              </p:nvSpPr>
              <p:spPr>
                <a:xfrm rot="660000">
                  <a:off x="10267" y="7717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59" name="矩形 258"/>
                <p:cNvSpPr/>
                <p:nvPr/>
              </p:nvSpPr>
              <p:spPr>
                <a:xfrm rot="660000">
                  <a:off x="8253" y="6240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60" name="矩形 259"/>
                <p:cNvSpPr/>
                <p:nvPr/>
              </p:nvSpPr>
              <p:spPr>
                <a:xfrm rot="660000">
                  <a:off x="8497" y="6481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61" name="矩形 260"/>
                <p:cNvSpPr/>
                <p:nvPr/>
              </p:nvSpPr>
              <p:spPr>
                <a:xfrm rot="660000">
                  <a:off x="8730" y="6715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62" name="矩形 261"/>
                <p:cNvSpPr/>
                <p:nvPr/>
              </p:nvSpPr>
              <p:spPr>
                <a:xfrm rot="660000">
                  <a:off x="8962" y="6956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63" name="矩形 262"/>
                <p:cNvSpPr/>
                <p:nvPr/>
              </p:nvSpPr>
              <p:spPr>
                <a:xfrm rot="660000">
                  <a:off x="9203" y="7195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64" name="矩形 263"/>
                <p:cNvSpPr/>
                <p:nvPr/>
              </p:nvSpPr>
              <p:spPr>
                <a:xfrm rot="660000">
                  <a:off x="9452" y="7437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65" name="矩形 264"/>
                <p:cNvSpPr/>
                <p:nvPr/>
              </p:nvSpPr>
              <p:spPr>
                <a:xfrm rot="660000">
                  <a:off x="9706" y="7689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66" name="矩形 265"/>
                <p:cNvSpPr/>
                <p:nvPr/>
              </p:nvSpPr>
              <p:spPr>
                <a:xfrm rot="660000">
                  <a:off x="7707" y="6217"/>
                  <a:ext cx="568" cy="567"/>
                </a:xfrm>
                <a:prstGeom prst="rect">
                  <a:avLst/>
                </a:prstGeom>
                <a:solidFill>
                  <a:schemeClr val="accent1"/>
                </a:solidFill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67" name="矩形 266"/>
                <p:cNvSpPr/>
                <p:nvPr/>
              </p:nvSpPr>
              <p:spPr>
                <a:xfrm rot="660000">
                  <a:off x="7951" y="6458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68" name="矩形 267"/>
                <p:cNvSpPr/>
                <p:nvPr/>
              </p:nvSpPr>
              <p:spPr>
                <a:xfrm rot="660000">
                  <a:off x="8184" y="6692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69" name="矩形 268"/>
                <p:cNvSpPr/>
                <p:nvPr/>
              </p:nvSpPr>
              <p:spPr>
                <a:xfrm rot="660000">
                  <a:off x="8416" y="6933"/>
                  <a:ext cx="568" cy="567"/>
                </a:xfrm>
                <a:prstGeom prst="rect">
                  <a:avLst/>
                </a:prstGeom>
                <a:solidFill>
                  <a:schemeClr val="accent1"/>
                </a:solidFill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70" name="矩形 269"/>
                <p:cNvSpPr/>
                <p:nvPr/>
              </p:nvSpPr>
              <p:spPr>
                <a:xfrm rot="660000">
                  <a:off x="8657" y="7172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71" name="矩形 270"/>
                <p:cNvSpPr/>
                <p:nvPr/>
              </p:nvSpPr>
              <p:spPr>
                <a:xfrm rot="660000">
                  <a:off x="8906" y="7414"/>
                  <a:ext cx="568" cy="567"/>
                </a:xfrm>
                <a:prstGeom prst="rect">
                  <a:avLst/>
                </a:prstGeom>
                <a:grpFill/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72" name="矩形 271"/>
                <p:cNvSpPr/>
                <p:nvPr/>
              </p:nvSpPr>
              <p:spPr>
                <a:xfrm rot="660000">
                  <a:off x="9160" y="7666"/>
                  <a:ext cx="568" cy="567"/>
                </a:xfrm>
                <a:prstGeom prst="rect">
                  <a:avLst/>
                </a:prstGeom>
                <a:solidFill>
                  <a:schemeClr val="accent1"/>
                </a:solidFill>
                <a:ln w="12700" cmpd="sng">
                  <a:noFill/>
                  <a:prstDash val="solid"/>
                </a:ln>
                <a:scene3d>
                  <a:camera prst="isometricOffAxis1Top"/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273" name="肘形连接符 272"/>
              <p:cNvCxnSpPr>
                <a:stCxn id="35" idx="0"/>
                <a:endCxn id="49" idx="0"/>
              </p:cNvCxnSpPr>
              <p:nvPr/>
            </p:nvCxnSpPr>
            <p:spPr>
              <a:xfrm rot="16200000" flipH="1">
                <a:off x="12799" y="-141"/>
                <a:ext cx="638" cy="6352"/>
              </a:xfrm>
              <a:prstGeom prst="bentConnector3">
                <a:avLst>
                  <a:gd name="adj1" fmla="val -177899"/>
                </a:avLst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274" name="文本框 273"/>
              <p:cNvSpPr txBox="1"/>
              <p:nvPr/>
            </p:nvSpPr>
            <p:spPr>
              <a:xfrm>
                <a:off x="9434" y="5832"/>
                <a:ext cx="9051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/>
                  <a:t>Multi-Receptive Field Depthwise Separable Channel Gating </a:t>
                </a:r>
                <a:endParaRPr lang="en-US" altLang="zh-CN"/>
              </a:p>
            </p:txBody>
          </p:sp>
          <p:sp>
            <p:nvSpPr>
              <p:cNvPr id="2" name="椭圆 1"/>
              <p:cNvSpPr/>
              <p:nvPr/>
            </p:nvSpPr>
            <p:spPr>
              <a:xfrm>
                <a:off x="6096" y="2737"/>
                <a:ext cx="636" cy="636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>
                    <a:solidFill>
                      <a:schemeClr val="tx1"/>
                    </a:solidFill>
                  </a:rPr>
                  <a:t>C</a:t>
                </a:r>
                <a:endParaRPr lang="en-US" altLang="zh-CN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42" name="直接箭头连接符 41"/>
              <p:cNvCxnSpPr>
                <a:stCxn id="27" idx="2"/>
                <a:endCxn id="2" idx="0"/>
              </p:cNvCxnSpPr>
              <p:nvPr/>
            </p:nvCxnSpPr>
            <p:spPr>
              <a:xfrm>
                <a:off x="6414" y="2448"/>
                <a:ext cx="0" cy="289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3" name="直接箭头连接符 42"/>
              <p:cNvCxnSpPr>
                <a:stCxn id="29" idx="0"/>
                <a:endCxn id="2" idx="4"/>
              </p:cNvCxnSpPr>
              <p:nvPr/>
            </p:nvCxnSpPr>
            <p:spPr>
              <a:xfrm flipV="1">
                <a:off x="6414" y="3373"/>
                <a:ext cx="0" cy="32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4" name="肘形连接符 43"/>
              <p:cNvCxnSpPr>
                <a:stCxn id="2" idx="6"/>
                <a:endCxn id="30" idx="0"/>
              </p:cNvCxnSpPr>
              <p:nvPr/>
            </p:nvCxnSpPr>
            <p:spPr>
              <a:xfrm>
                <a:off x="6732" y="3055"/>
                <a:ext cx="1140" cy="638"/>
              </a:xfrm>
              <a:prstGeom prst="bentConnector2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67" name="文本框 66"/>
              <p:cNvSpPr txBox="1"/>
              <p:nvPr/>
            </p:nvSpPr>
            <p:spPr>
              <a:xfrm>
                <a:off x="2565" y="5922"/>
                <a:ext cx="5307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/>
                  <a:t>Improved Butterworth-Basis Filter</a:t>
                </a:r>
                <a:endParaRPr lang="en-US" altLang="zh-CN"/>
              </a:p>
            </p:txBody>
          </p:sp>
          <p:cxnSp>
            <p:nvCxnSpPr>
              <p:cNvPr id="68" name="肘形连接符 67"/>
              <p:cNvCxnSpPr>
                <a:endCxn id="6" idx="0"/>
              </p:cNvCxnSpPr>
              <p:nvPr/>
            </p:nvCxnSpPr>
            <p:spPr>
              <a:xfrm rot="5400000" flipV="1">
                <a:off x="12804" y="2389"/>
                <a:ext cx="1204" cy="724"/>
              </a:xfrm>
              <a:prstGeom prst="bentConnector3">
                <a:avLst>
                  <a:gd name="adj1" fmla="val -830"/>
                </a:avLst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" name="直接箭头连接符 2"/>
              <p:cNvCxnSpPr>
                <a:stCxn id="40" idx="3"/>
              </p:cNvCxnSpPr>
              <p:nvPr/>
            </p:nvCxnSpPr>
            <p:spPr>
              <a:xfrm>
                <a:off x="11133" y="5115"/>
                <a:ext cx="423" cy="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5" name="直接箭头连接符 4"/>
              <p:cNvCxnSpPr>
                <a:stCxn id="38" idx="3"/>
              </p:cNvCxnSpPr>
              <p:nvPr/>
            </p:nvCxnSpPr>
            <p:spPr>
              <a:xfrm>
                <a:off x="11128" y="3137"/>
                <a:ext cx="335" cy="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1" name="直接箭头连接符 10"/>
              <p:cNvCxnSpPr>
                <a:stCxn id="37" idx="3"/>
              </p:cNvCxnSpPr>
              <p:nvPr/>
            </p:nvCxnSpPr>
            <p:spPr>
              <a:xfrm>
                <a:off x="11128" y="2149"/>
                <a:ext cx="440" cy="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grpSp>
            <p:nvGrpSpPr>
              <p:cNvPr id="72" name="组合 71"/>
              <p:cNvGrpSpPr/>
              <p:nvPr/>
            </p:nvGrpSpPr>
            <p:grpSpPr>
              <a:xfrm>
                <a:off x="4108" y="6718"/>
                <a:ext cx="3641" cy="540"/>
                <a:chOff x="7647" y="7258"/>
                <a:chExt cx="3641" cy="540"/>
              </a:xfrm>
            </p:grpSpPr>
            <p:sp>
              <p:nvSpPr>
                <p:cNvPr id="20" name="圆角矩形 19"/>
                <p:cNvSpPr>
                  <a:spLocks noChangeAspect="1"/>
                </p:cNvSpPr>
                <p:nvPr/>
              </p:nvSpPr>
              <p:spPr>
                <a:xfrm>
                  <a:off x="7647" y="7258"/>
                  <a:ext cx="805" cy="540"/>
                </a:xfrm>
                <a:prstGeom prst="roundRect">
                  <a:avLst/>
                </a:prstGeom>
                <a:solidFill>
                  <a:schemeClr val="tx2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altLang="zh-CN" sz="1200"/>
                    <a:t>C</a:t>
                  </a:r>
                  <a:r>
                    <a:rPr lang="en-US" altLang="zh-CN" sz="1200"/>
                    <a:t>BR</a:t>
                  </a:r>
                  <a:endParaRPr lang="en-US" altLang="zh-CN" sz="1200"/>
                </a:p>
              </p:txBody>
            </p:sp>
            <p:sp>
              <p:nvSpPr>
                <p:cNvPr id="32" name="文本框 31"/>
                <p:cNvSpPr txBox="1"/>
                <p:nvPr/>
              </p:nvSpPr>
              <p:spPr>
                <a:xfrm>
                  <a:off x="8384" y="7364"/>
                  <a:ext cx="2904" cy="4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r>
                    <a:rPr lang="en-US" altLang="zh-CN" sz="1200"/>
                    <a:t>Conv+BatchNorm2d+ReLU</a:t>
                  </a:r>
                  <a:endParaRPr lang="en-US" altLang="zh-CN" sz="1200"/>
                </a:p>
              </p:txBody>
            </p:sp>
          </p:grpSp>
          <p:grpSp>
            <p:nvGrpSpPr>
              <p:cNvPr id="71" name="组合 70"/>
              <p:cNvGrpSpPr/>
              <p:nvPr/>
            </p:nvGrpSpPr>
            <p:grpSpPr>
              <a:xfrm>
                <a:off x="7814" y="6678"/>
                <a:ext cx="3944" cy="580"/>
                <a:chOff x="11937" y="7218"/>
                <a:chExt cx="3944" cy="580"/>
              </a:xfrm>
            </p:grpSpPr>
            <p:sp>
              <p:nvSpPr>
                <p:cNvPr id="13" name="圆角矩形 12"/>
                <p:cNvSpPr/>
                <p:nvPr/>
              </p:nvSpPr>
              <p:spPr>
                <a:xfrm>
                  <a:off x="11937" y="7233"/>
                  <a:ext cx="378" cy="565"/>
                </a:xfrm>
                <a:prstGeom prst="roundRect">
                  <a:avLst/>
                </a:prstGeom>
                <a:gradFill>
                  <a:gsLst>
                    <a:gs pos="50000">
                      <a:schemeClr val="accent4"/>
                    </a:gs>
                    <a:gs pos="0">
                      <a:schemeClr val="accent4">
                        <a:lumMod val="25000"/>
                        <a:lumOff val="75000"/>
                      </a:schemeClr>
                    </a:gs>
                    <a:gs pos="100000">
                      <a:schemeClr val="accent4">
                        <a:lumMod val="85000"/>
                      </a:schemeClr>
                    </a:gs>
                  </a:gsLst>
                  <a:lin ang="5400000" scaled="1"/>
                </a:gra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altLang="zh-CN">
                      <a:solidFill>
                        <a:schemeClr val="bg1"/>
                      </a:solidFill>
                    </a:rPr>
                    <a:t>G</a:t>
                  </a:r>
                  <a:endParaRPr lang="en-US" altLang="zh-CN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53" name="文本框 52"/>
                <p:cNvSpPr txBox="1"/>
                <p:nvPr/>
              </p:nvSpPr>
              <p:spPr>
                <a:xfrm>
                  <a:off x="12240" y="7218"/>
                  <a:ext cx="3641" cy="5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r>
                    <a:rPr lang="en-US" altLang="zh-CN" sz="1200"/>
                    <a:t>depth-wise separable convolution</a:t>
                  </a:r>
                  <a:r>
                    <a:rPr lang="en-US" altLang="zh-CN"/>
                    <a:t> </a:t>
                  </a:r>
                  <a:endParaRPr lang="zh-CN" altLang="en-US"/>
                </a:p>
              </p:txBody>
            </p:sp>
          </p:grpSp>
          <p:grpSp>
            <p:nvGrpSpPr>
              <p:cNvPr id="70" name="组合 69"/>
              <p:cNvGrpSpPr/>
              <p:nvPr/>
            </p:nvGrpSpPr>
            <p:grpSpPr>
              <a:xfrm>
                <a:off x="11670" y="6726"/>
                <a:ext cx="2996" cy="532"/>
                <a:chOff x="8959" y="8670"/>
                <a:chExt cx="2996" cy="532"/>
              </a:xfrm>
            </p:grpSpPr>
            <p:sp>
              <p:nvSpPr>
                <p:cNvPr id="31" name="圆角矩形 30"/>
                <p:cNvSpPr>
                  <a:spLocks noChangeAspect="1"/>
                </p:cNvSpPr>
                <p:nvPr/>
              </p:nvSpPr>
              <p:spPr>
                <a:xfrm>
                  <a:off x="8959" y="8670"/>
                  <a:ext cx="1192" cy="532"/>
                </a:xfrm>
                <a:prstGeom prst="roundRect">
                  <a:avLst/>
                </a:prstGeom>
                <a:gradFill>
                  <a:gsLst>
                    <a:gs pos="50000">
                      <a:schemeClr val="accent4"/>
                    </a:gs>
                    <a:gs pos="0">
                      <a:schemeClr val="accent4">
                        <a:lumMod val="25000"/>
                        <a:lumOff val="75000"/>
                      </a:schemeClr>
                    </a:gs>
                    <a:gs pos="100000">
                      <a:schemeClr val="accent4">
                        <a:lumMod val="85000"/>
                      </a:schemeClr>
                    </a:gs>
                  </a:gsLst>
                  <a:lin ang="5400000" scaled="1"/>
                </a:gra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altLang="zh-CN" sz="1200">
                      <a:solidFill>
                        <a:schemeClr val="bg1"/>
                      </a:solidFill>
                    </a:rPr>
                    <a:t>FBlock</a:t>
                  </a:r>
                  <a:endParaRPr lang="en-US" altLang="zh-CN" sz="120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69" name="文本框 68"/>
                <p:cNvSpPr txBox="1"/>
                <p:nvPr/>
              </p:nvSpPr>
              <p:spPr>
                <a:xfrm>
                  <a:off x="10069" y="8768"/>
                  <a:ext cx="1886" cy="4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r>
                    <a:rPr lang="en-US" altLang="zh-CN" sz="1200"/>
                    <a:t>channel selector</a:t>
                  </a:r>
                  <a:endParaRPr lang="en-US" altLang="zh-CN" sz="1200"/>
                </a:p>
              </p:txBody>
            </p:sp>
          </p:grpSp>
        </p:grpSp>
        <p:graphicFrame>
          <p:nvGraphicFramePr>
            <p:cNvPr id="12" name="对象 11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393" y="4498"/>
            <a:ext cx="1931" cy="4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5" name="" r:id="rId2" imgW="850900" imgH="177165" progId="Equation.KSEE3">
                    <p:embed/>
                  </p:oleObj>
                </mc:Choice>
                <mc:Fallback>
                  <p:oleObj name="" r:id="rId2" imgW="850900" imgH="177165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393" y="4498"/>
                          <a:ext cx="1931" cy="40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" name="对象 33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8367" y="4030"/>
            <a:ext cx="1931" cy="4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" name="" r:id="rId4" imgW="850900" imgH="177165" progId="Equation.KSEE3">
                    <p:embed/>
                  </p:oleObj>
                </mc:Choice>
                <mc:Fallback>
                  <p:oleObj name="" r:id="rId4" imgW="850900" imgH="177165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8367" y="4030"/>
                          <a:ext cx="1931" cy="40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5" name="对象 74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16577" y="4077"/>
            <a:ext cx="1931" cy="4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6" name="" r:id="rId6" imgW="850900" imgH="177165" progId="Equation.KSEE3">
                    <p:embed/>
                  </p:oleObj>
                </mc:Choice>
                <mc:Fallback>
                  <p:oleObj name="" r:id="rId6" imgW="850900" imgH="177165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16577" y="4077"/>
                          <a:ext cx="1931" cy="40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7" name="对象 76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5526" y="1372"/>
            <a:ext cx="720" cy="4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8" name="" r:id="rId7" imgW="316865" imgH="177165" progId="Equation.KSEE3">
                    <p:embed/>
                  </p:oleObj>
                </mc:Choice>
                <mc:Fallback>
                  <p:oleObj name="" r:id="rId7" imgW="316865" imgH="177165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5526" y="1372"/>
                          <a:ext cx="720" cy="40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9" name="对象 78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6496" y="2208"/>
            <a:ext cx="720" cy="4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5" name="" r:id="rId9" imgW="316865" imgH="177165" progId="Equation.KSEE3">
                    <p:embed/>
                  </p:oleObj>
                </mc:Choice>
                <mc:Fallback>
                  <p:oleObj name="" r:id="rId9" imgW="316865" imgH="177165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6496" y="2208"/>
                          <a:ext cx="720" cy="40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201</Words>
  <Application>WPS 演示</Application>
  <PresentationFormat>宽屏</PresentationFormat>
  <Paragraphs>40</Paragraphs>
  <Slides>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1</vt:i4>
      </vt:variant>
    </vt:vector>
  </HeadingPairs>
  <TitlesOfParts>
    <vt:vector size="14" baseType="lpstr">
      <vt:lpstr>Arial</vt:lpstr>
      <vt:lpstr>宋体</vt:lpstr>
      <vt:lpstr>Wingdings</vt:lpstr>
      <vt:lpstr>Cambria Math</vt:lpstr>
      <vt:lpstr>Calibri</vt:lpstr>
      <vt:lpstr>微软雅黑</vt:lpstr>
      <vt:lpstr>Arial Unicode MS</vt:lpstr>
      <vt:lpstr>WPS</vt:lpstr>
      <vt:lpstr>Equation.KSEE3</vt:lpstr>
      <vt:lpstr>Equation.KSEE3</vt:lpstr>
      <vt:lpstr>Equation.KSEE3</vt:lpstr>
      <vt:lpstr>Equation.KSEE3</vt:lpstr>
      <vt:lpstr>Equation.KSEE3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刘文超</cp:lastModifiedBy>
  <cp:revision>27</cp:revision>
  <dcterms:created xsi:type="dcterms:W3CDTF">2023-08-09T12:44:00Z</dcterms:created>
  <dcterms:modified xsi:type="dcterms:W3CDTF">2026-06-28T02:30:06Z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DB71A64836A44E42B321BB451AD14C68_12</vt:lpwstr>
  </property>
</Properties>
</file>